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7"/>
  </p:notesMasterIdLst>
  <p:sldIdLst>
    <p:sldId id="390" r:id="rId5"/>
    <p:sldId id="423" r:id="rId6"/>
    <p:sldId id="379" r:id="rId7"/>
    <p:sldId id="435" r:id="rId8"/>
    <p:sldId id="437" r:id="rId9"/>
    <p:sldId id="445" r:id="rId10"/>
    <p:sldId id="452" r:id="rId11"/>
    <p:sldId id="311" r:id="rId12"/>
    <p:sldId id="446" r:id="rId13"/>
    <p:sldId id="449" r:id="rId14"/>
    <p:sldId id="456" r:id="rId15"/>
    <p:sldId id="457" r:id="rId16"/>
    <p:sldId id="458" r:id="rId17"/>
    <p:sldId id="450" r:id="rId18"/>
    <p:sldId id="459" r:id="rId19"/>
    <p:sldId id="453" r:id="rId20"/>
    <p:sldId id="479" r:id="rId21"/>
    <p:sldId id="460" r:id="rId22"/>
    <p:sldId id="454" r:id="rId23"/>
    <p:sldId id="461" r:id="rId24"/>
    <p:sldId id="455" r:id="rId25"/>
    <p:sldId id="451" r:id="rId26"/>
    <p:sldId id="470" r:id="rId27"/>
    <p:sldId id="471" r:id="rId28"/>
    <p:sldId id="476" r:id="rId29"/>
    <p:sldId id="477" r:id="rId30"/>
    <p:sldId id="478" r:id="rId31"/>
    <p:sldId id="462" r:id="rId32"/>
    <p:sldId id="473" r:id="rId33"/>
    <p:sldId id="491" r:id="rId34"/>
    <p:sldId id="480" r:id="rId35"/>
    <p:sldId id="492" r:id="rId36"/>
    <p:sldId id="481" r:id="rId37"/>
    <p:sldId id="493" r:id="rId38"/>
    <p:sldId id="494" r:id="rId39"/>
    <p:sldId id="482" r:id="rId40"/>
    <p:sldId id="483" r:id="rId41"/>
    <p:sldId id="495" r:id="rId42"/>
    <p:sldId id="496" r:id="rId43"/>
    <p:sldId id="484" r:id="rId44"/>
    <p:sldId id="497" r:id="rId45"/>
    <p:sldId id="485" r:id="rId46"/>
    <p:sldId id="486" r:id="rId47"/>
    <p:sldId id="487" r:id="rId48"/>
    <p:sldId id="488" r:id="rId49"/>
    <p:sldId id="489" r:id="rId50"/>
    <p:sldId id="490" r:id="rId51"/>
    <p:sldId id="474" r:id="rId52"/>
    <p:sldId id="475" r:id="rId53"/>
    <p:sldId id="472" r:id="rId54"/>
    <p:sldId id="463" r:id="rId55"/>
    <p:sldId id="464" r:id="rId56"/>
    <p:sldId id="465" r:id="rId57"/>
    <p:sldId id="466" r:id="rId58"/>
    <p:sldId id="467" r:id="rId59"/>
    <p:sldId id="468" r:id="rId60"/>
    <p:sldId id="447" r:id="rId61"/>
    <p:sldId id="448" r:id="rId62"/>
    <p:sldId id="438" r:id="rId63"/>
    <p:sldId id="441" r:id="rId64"/>
    <p:sldId id="442" r:id="rId65"/>
    <p:sldId id="443" r:id="rId66"/>
    <p:sldId id="444" r:id="rId67"/>
    <p:sldId id="439" r:id="rId68"/>
    <p:sldId id="440" r:id="rId69"/>
    <p:sldId id="377" r:id="rId70"/>
    <p:sldId id="400" r:id="rId71"/>
    <p:sldId id="401" r:id="rId72"/>
    <p:sldId id="365" r:id="rId73"/>
    <p:sldId id="436" r:id="rId74"/>
    <p:sldId id="374" r:id="rId75"/>
    <p:sldId id="351" r:id="rId76"/>
    <p:sldId id="425" r:id="rId77"/>
    <p:sldId id="372" r:id="rId78"/>
    <p:sldId id="426" r:id="rId79"/>
    <p:sldId id="357" r:id="rId80"/>
    <p:sldId id="375" r:id="rId81"/>
    <p:sldId id="354" r:id="rId82"/>
    <p:sldId id="427" r:id="rId83"/>
    <p:sldId id="355" r:id="rId84"/>
    <p:sldId id="428" r:id="rId85"/>
    <p:sldId id="395" r:id="rId86"/>
    <p:sldId id="399" r:id="rId87"/>
    <p:sldId id="431" r:id="rId88"/>
    <p:sldId id="397" r:id="rId89"/>
    <p:sldId id="371" r:id="rId90"/>
    <p:sldId id="387" r:id="rId91"/>
    <p:sldId id="388" r:id="rId92"/>
    <p:sldId id="345" r:id="rId93"/>
    <p:sldId id="396" r:id="rId94"/>
    <p:sldId id="407" r:id="rId95"/>
    <p:sldId id="369" r:id="rId96"/>
    <p:sldId id="376" r:id="rId97"/>
    <p:sldId id="405" r:id="rId98"/>
    <p:sldId id="398" r:id="rId99"/>
    <p:sldId id="394" r:id="rId100"/>
    <p:sldId id="337" r:id="rId101"/>
    <p:sldId id="434" r:id="rId102"/>
    <p:sldId id="382" r:id="rId103"/>
    <p:sldId id="433" r:id="rId104"/>
    <p:sldId id="402" r:id="rId105"/>
    <p:sldId id="432" r:id="rId106"/>
    <p:sldId id="429" r:id="rId107"/>
    <p:sldId id="344" r:id="rId108"/>
    <p:sldId id="404" r:id="rId109"/>
    <p:sldId id="391" r:id="rId110"/>
    <p:sldId id="392" r:id="rId111"/>
    <p:sldId id="366" r:id="rId112"/>
    <p:sldId id="430" r:id="rId113"/>
    <p:sldId id="385" r:id="rId114"/>
    <p:sldId id="302" r:id="rId115"/>
    <p:sldId id="349" r:id="rId1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reatik Accounts" initials="CA" lastIdx="1" clrIdx="0">
    <p:extLst>
      <p:ext uri="{19B8F6BF-5375-455C-9EA6-DF929625EA0E}">
        <p15:presenceInfo xmlns:p15="http://schemas.microsoft.com/office/powerpoint/2012/main" userId="5fa15690ade8eb9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4D5E"/>
    <a:srgbClr val="E6F8FA"/>
    <a:srgbClr val="B3E9EC"/>
    <a:srgbClr val="00B7C1"/>
    <a:srgbClr val="EEA616"/>
    <a:srgbClr val="CCF1F2"/>
    <a:srgbClr val="85F9FF"/>
    <a:srgbClr val="00EE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DD8272-A4F4-2C19-6BE8-7AFFBBF656C8}" v="17" dt="2025-02-28T03:46:45.268"/>
  </p1510:revLst>
</p1510:revInfo>
</file>

<file path=ppt/tableStyles.xml><?xml version="1.0" encoding="utf-8"?>
<a:tblStyleLst xmlns:a="http://schemas.openxmlformats.org/drawingml/2006/main" def="{0660B408-B3CF-4A94-85FC-2B1E0A45F4A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90"/>
    <p:restoredTop sz="94422"/>
  </p:normalViewPr>
  <p:slideViewPr>
    <p:cSldViewPr snapToGrid="0">
      <p:cViewPr varScale="1">
        <p:scale>
          <a:sx n="107" d="100"/>
          <a:sy n="107" d="100"/>
        </p:scale>
        <p:origin x="176" y="4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microsoft.com/office/2015/10/relationships/revisionInfo" Target="revisionInfo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commentAuthors" Target="commentAuthors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presProps" Target="presProps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364963503649636"/>
          <c:y val="3.9255236617532968E-2"/>
          <c:w val="0.74841849148418493"/>
          <c:h val="0.95453840186190841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D89-A243-88EB-8DE01502A3E8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D89-A243-88EB-8DE01502A3E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D89-A243-88EB-8DE01502A3E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D89-A243-88EB-8DE01502A3E8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D89-A243-88EB-8DE01502A3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E4-47C5-BDD1-0E8F5BAAC4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CE4-47C5-BDD1-0E8F5BAAC42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CE4-47C5-BDD1-0E8F5BAAC4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0"/>
        <c:overlap val="-80"/>
        <c:axId val="1003606464"/>
        <c:axId val="1003602720"/>
      </c:barChart>
      <c:catAx>
        <c:axId val="10036064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3602720"/>
        <c:crosses val="autoZero"/>
        <c:auto val="1"/>
        <c:lblAlgn val="ctr"/>
        <c:lblOffset val="100"/>
        <c:noMultiLvlLbl val="0"/>
      </c:catAx>
      <c:valAx>
        <c:axId val="100360272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036064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6763990267639901E-2"/>
          <c:y val="8.0586080586080591E-2"/>
          <c:w val="0.94647201946472015"/>
          <c:h val="0.7709768971186293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29B-40B7-811C-58A2B002C3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accent4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29B-40B7-811C-58A2B002C38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29B-40B7-811C-58A2B002C38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50"/>
        <c:overlap val="-80"/>
        <c:axId val="1106779152"/>
        <c:axId val="1106773744"/>
      </c:barChart>
      <c:catAx>
        <c:axId val="1106779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6773744"/>
        <c:crosses val="autoZero"/>
        <c:auto val="1"/>
        <c:lblAlgn val="ctr"/>
        <c:lblOffset val="100"/>
        <c:noMultiLvlLbl val="0"/>
      </c:catAx>
      <c:valAx>
        <c:axId val="110677374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06779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3"/>
              <c:layout>
                <c:manualLayout>
                  <c:x val="-3.4215376362626206E-2"/>
                  <c:y val="7.620893542153384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29F-4927-8083-32C0E498F88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29F-4927-8083-32C0E498F88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dLbl>
              <c:idx val="2"/>
              <c:layout>
                <c:manualLayout>
                  <c:x val="-3.4215376362626296E-2"/>
                  <c:y val="7.620893542153384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29F-4927-8083-32C0E498F884}"/>
                </c:ext>
              </c:extLst>
            </c:dLbl>
            <c:dLbl>
              <c:idx val="3"/>
              <c:layout>
                <c:manualLayout>
                  <c:x val="-3.4215376362626206E-2"/>
                  <c:y val="0.1055129647255632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29F-4927-8083-32C0E498F88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29F-4927-8083-32C0E498F88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2.6094986301894746E-2"/>
                  <c:y val="9.818695739955582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29F-4927-8083-32C0E498F884}"/>
                </c:ext>
              </c:extLst>
            </c:dLbl>
            <c:dLbl>
              <c:idx val="1"/>
              <c:layout>
                <c:manualLayout>
                  <c:x val="-2.6094986301894701E-2"/>
                  <c:y val="7.620893542153384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29F-4927-8083-32C0E498F884}"/>
                </c:ext>
              </c:extLst>
            </c:dLbl>
            <c:dLbl>
              <c:idx val="2"/>
              <c:layout>
                <c:manualLayout>
                  <c:x val="-2.6094986301894833E-2"/>
                  <c:y val="7.62089354215339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29F-4927-8083-32C0E498F88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29F-4927-8083-32C0E498F88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814272624"/>
        <c:axId val="814267632"/>
      </c:lineChart>
      <c:catAx>
        <c:axId val="8142726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14267632"/>
        <c:crosses val="autoZero"/>
        <c:auto val="1"/>
        <c:lblAlgn val="ctr"/>
        <c:lblOffset val="100"/>
        <c:noMultiLvlLbl val="0"/>
      </c:catAx>
      <c:valAx>
        <c:axId val="81426763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142726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A9-41C8-AFB1-36309A3A9A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DA9-41C8-AFB1-36309A3A9A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DA9-41C8-AFB1-36309A3A9A3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10638080"/>
        <c:axId val="810633920"/>
      </c:barChart>
      <c:catAx>
        <c:axId val="81063808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10633920"/>
        <c:crosses val="autoZero"/>
        <c:auto val="1"/>
        <c:lblAlgn val="ctr"/>
        <c:lblOffset val="100"/>
        <c:noMultiLvlLbl val="0"/>
      </c:catAx>
      <c:valAx>
        <c:axId val="810633920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1063808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3A3-4B83-BE93-D39B11B519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3A3-4B83-BE93-D39B11B519B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3A3-4B83-BE93-D39B11B519B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422936544"/>
        <c:axId val="1422949856"/>
      </c:barChart>
      <c:catAx>
        <c:axId val="142293654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22949856"/>
        <c:crosses val="autoZero"/>
        <c:auto val="1"/>
        <c:lblAlgn val="ctr"/>
        <c:lblOffset val="100"/>
        <c:noMultiLvlLbl val="0"/>
      </c:catAx>
      <c:valAx>
        <c:axId val="14229498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422936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2410096755226077E-2"/>
          <c:y val="2.9659585661745272E-2"/>
          <c:w val="0.97517980648954783"/>
          <c:h val="0.886502510661633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B2-44A9-B72A-A2FD551F8C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7B2-44A9-B72A-A2FD551F8CD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7B2-44A9-B72A-A2FD551F8CDD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69"/>
        <c:overlap val="-57"/>
        <c:axId val="1292912159"/>
        <c:axId val="1292913407"/>
      </c:barChart>
      <c:catAx>
        <c:axId val="1292912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2913407"/>
        <c:crosses val="autoZero"/>
        <c:auto val="1"/>
        <c:lblAlgn val="ctr"/>
        <c:lblOffset val="100"/>
        <c:noMultiLvlLbl val="0"/>
      </c:catAx>
      <c:valAx>
        <c:axId val="129291340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292912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2410096755226077E-2"/>
          <c:y val="2.9659585661745272E-2"/>
          <c:w val="0.97517980648954783"/>
          <c:h val="0.8865025106616336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5127624564458464E-3"/>
                  <c:y val="-2.965958566174527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F93-490A-AFCB-6994568C6A47}"/>
                </c:ext>
              </c:extLst>
            </c:dLbl>
            <c:dLbl>
              <c:idx val="1"/>
              <c:layout>
                <c:manualLayout>
                  <c:x val="-1.8051049825783386E-2"/>
                  <c:y val="-4.583754147724269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EF93-490A-AFCB-6994568C6A47}"/>
                </c:ext>
              </c:extLst>
            </c:dLbl>
            <c:dLbl>
              <c:idx val="2"/>
              <c:layout>
                <c:manualLayout>
                  <c:x val="-1.8051049825783465E-2"/>
                  <c:y val="-4.044488953874354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F93-490A-AFCB-6994568C6A4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B2-44A9-B72A-A2FD551F8C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1.8051049825783386E-2"/>
                  <c:y val="-4.044488953874354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EF93-490A-AFCB-6994568C6A4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B2-44A9-B72A-A2FD551F8CD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1.2410096755226077E-2"/>
                  <c:y val="4.583754147724269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F93-490A-AFCB-6994568C6A47}"/>
                </c:ext>
              </c:extLst>
            </c:dLbl>
            <c:dLbl>
              <c:idx val="1"/>
              <c:layout>
                <c:manualLayout>
                  <c:x val="-1.0153715527003237E-2"/>
                  <c:y val="4.583754147724269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F93-490A-AFCB-6994568C6A47}"/>
                </c:ext>
              </c:extLst>
            </c:dLbl>
            <c:dLbl>
              <c:idx val="2"/>
              <c:layout>
                <c:manualLayout>
                  <c:x val="-7.8973342987803136E-3"/>
                  <c:y val="3.50522376002444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F93-490A-AFCB-6994568C6A4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7B2-44A9-B72A-A2FD551F8C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292912159"/>
        <c:axId val="1292913407"/>
      </c:lineChart>
      <c:catAx>
        <c:axId val="1292912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2913407"/>
        <c:crosses val="autoZero"/>
        <c:auto val="1"/>
        <c:lblAlgn val="ctr"/>
        <c:lblOffset val="100"/>
        <c:noMultiLvlLbl val="0"/>
      </c:catAx>
      <c:valAx>
        <c:axId val="129291340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292912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4330900243309004E-2"/>
          <c:y val="2.9659585661745272E-2"/>
          <c:w val="0.94647201946472015"/>
          <c:h val="0.906405854806455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65E-4F04-B02F-F891822E62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65E-4F04-B02F-F891822E62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65E-4F04-B02F-F891822E625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14933120"/>
        <c:axId val="1114936032"/>
      </c:barChart>
      <c:catAx>
        <c:axId val="1114933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4936032"/>
        <c:crosses val="autoZero"/>
        <c:auto val="1"/>
        <c:lblAlgn val="ctr"/>
        <c:lblOffset val="100"/>
        <c:noMultiLvlLbl val="0"/>
      </c:catAx>
      <c:valAx>
        <c:axId val="111493603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149331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54-490B-8F01-1BDB0E957A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E54-490B-8F01-1BDB0E957A6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2.7445255474452555E-2"/>
                  <c:y val="3.772132409545793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4-490B-8F01-1BDB0E957A6F}"/>
                </c:ext>
              </c:extLst>
            </c:dLbl>
            <c:dLbl>
              <c:idx val="1"/>
              <c:layout>
                <c:manualLayout>
                  <c:x val="-2.74452554744526E-2"/>
                  <c:y val="3.772132409545793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4-490B-8F01-1BDB0E957A6F}"/>
                </c:ext>
              </c:extLst>
            </c:dLbl>
            <c:dLbl>
              <c:idx val="2"/>
              <c:layout>
                <c:manualLayout>
                  <c:x val="-2.7445255474452555E-2"/>
                  <c:y val="3.464203233256350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4-490B-8F01-1BDB0E957A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E54-490B-8F01-1BDB0E957A6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106787056"/>
        <c:axId val="1106778320"/>
      </c:lineChart>
      <c:catAx>
        <c:axId val="11067870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6778320"/>
        <c:crosses val="autoZero"/>
        <c:auto val="1"/>
        <c:lblAlgn val="ctr"/>
        <c:lblOffset val="100"/>
        <c:noMultiLvlLbl val="0"/>
      </c:catAx>
      <c:valAx>
        <c:axId val="110677832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067870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4EA-477B-8755-0B345191E04F}"/>
              </c:ext>
            </c:extLst>
          </c:dPt>
          <c:dPt>
            <c:idx val="1"/>
            <c:bubble3D val="0"/>
            <c:spPr>
              <a:solidFill>
                <a:schemeClr val="bg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7D24-4900-81C7-8F6F1473CD36}"/>
              </c:ext>
            </c:extLst>
          </c:dPt>
          <c:cat>
            <c:strRef>
              <c:f>Sheet1!$A$2:$A$3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71</c:v>
                </c:pt>
                <c:pt idx="1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24-4900-81C7-8F6F1473CD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D373-47FD-B919-EF51FDD4C552}"/>
              </c:ext>
            </c:extLst>
          </c:dPt>
          <c:dPt>
            <c:idx val="1"/>
            <c:bubble3D val="0"/>
            <c:spPr>
              <a:solidFill>
                <a:schemeClr val="bg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D373-47FD-B919-EF51FDD4C552}"/>
              </c:ext>
            </c:extLst>
          </c:dPt>
          <c:cat>
            <c:strRef>
              <c:f>Sheet1!$A$2:$A$3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73-47FD-B919-EF51FDD4C5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556-4928-A8C8-979D53F025D2}"/>
              </c:ext>
            </c:extLst>
          </c:dPt>
          <c:dPt>
            <c:idx val="1"/>
            <c:bubble3D val="0"/>
            <c:spPr>
              <a:solidFill>
                <a:schemeClr val="bg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7556-4928-A8C8-979D53F025D2}"/>
              </c:ext>
            </c:extLst>
          </c:dPt>
          <c:cat>
            <c:strRef>
              <c:f>Sheet1!$A$2:$A$3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</c:v>
                </c:pt>
                <c:pt idx="1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556-4928-A8C8-979D53F025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629295413858849E-2"/>
          <c:y val="2.6662130938232296E-4"/>
          <c:w val="0.92180932559030859"/>
          <c:h val="0.7799888226692173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959-43B8-9693-7C7F4A66BA7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59-43B8-9693-7C7F4A66BA7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59-43B8-9693-7C7F4A66BA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89808032"/>
        <c:axId val="1489821344"/>
      </c:lineChart>
      <c:catAx>
        <c:axId val="14898080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9821344"/>
        <c:crosses val="autoZero"/>
        <c:auto val="1"/>
        <c:lblAlgn val="ctr"/>
        <c:lblOffset val="100"/>
        <c:noMultiLvlLbl val="0"/>
      </c:catAx>
      <c:valAx>
        <c:axId val="148982134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898080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757521329142345E-2"/>
          <c:y val="3.2352941176470591E-2"/>
          <c:w val="0.96048495734171535"/>
          <c:h val="0.899725335803612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019-44A1-9A69-833B3310491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19-44A1-9A69-833B3310491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019-44A1-9A69-833B3310491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55321119"/>
        <c:axId val="655333599"/>
      </c:barChart>
      <c:catAx>
        <c:axId val="6553211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55333599"/>
        <c:crosses val="autoZero"/>
        <c:auto val="1"/>
        <c:lblAlgn val="ctr"/>
        <c:lblOffset val="100"/>
        <c:noMultiLvlLbl val="0"/>
      </c:catAx>
      <c:valAx>
        <c:axId val="65533359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553211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94BA55-81C8-4142-9D5B-D2A01EE88240}" type="datetimeFigureOut">
              <a:rPr lang="en-AU" smtClean="0"/>
              <a:t>20/5/2025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E93AF-F07C-4A19-877F-17B5970098E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0273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These are some examples for the C4 Book I’ll tell you about later.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Feel free to comment in the chat what’s wrong with this diagram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Did a 6 year old draw this?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the dotted lines?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Big ball of muddy mess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 the </a:t>
            </a:r>
            <a:r>
              <a:rPr lang="en-US" dirty="0" err="1"/>
              <a:t>coloured</a:t>
            </a:r>
            <a:r>
              <a:rPr lang="en-US" dirty="0"/>
              <a:t> lines mean?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</a:t>
            </a:r>
            <a:r>
              <a:rPr lang="en-US" dirty="0" err="1"/>
              <a:t>unlabelled</a:t>
            </a:r>
            <a:r>
              <a:rPr lang="en-US" dirty="0"/>
              <a:t> circles?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</a:t>
            </a:r>
            <a:r>
              <a:rPr lang="en-US" dirty="0" err="1"/>
              <a:t>unlabelled</a:t>
            </a:r>
            <a:r>
              <a:rPr lang="en-US" dirty="0"/>
              <a:t> squares underneath report?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is TDS? What is RDS?</a:t>
            </a:r>
            <a:br>
              <a:rPr lang="en-US" dirty="0"/>
            </a:br>
            <a:r>
              <a:rPr lang="en-US" dirty="0"/>
              <a:t>Hands up who’s guilty of drawing something like this?  Don’t be shy now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0921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>
          <a:extLst>
            <a:ext uri="{FF2B5EF4-FFF2-40B4-BE49-F238E27FC236}">
              <a16:creationId xmlns:a16="http://schemas.microsoft.com/office/drawing/2014/main" id="{07857F6B-B133-070F-729A-75B304A58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28:notes">
            <a:extLst>
              <a:ext uri="{FF2B5EF4-FFF2-40B4-BE49-F238E27FC236}">
                <a16:creationId xmlns:a16="http://schemas.microsoft.com/office/drawing/2014/main" id="{2D914DA1-2E7B-230E-E971-5825F1EDD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9" name="Google Shape;599;p28:notes">
            <a:extLst>
              <a:ext uri="{FF2B5EF4-FFF2-40B4-BE49-F238E27FC236}">
                <a16:creationId xmlns:a16="http://schemas.microsoft.com/office/drawing/2014/main" id="{C3500EA0-3898-8ACD-2D5A-D165E7F728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This diagram is a bit better, but still have issues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action mean?</a:t>
            </a:r>
            <a:br>
              <a:rPr lang="en-US" dirty="0"/>
            </a:br>
            <a:r>
              <a:rPr lang="en-US" dirty="0"/>
              <a:t>What type of errors? Are they all the same error?</a:t>
            </a:r>
            <a:br>
              <a:rPr lang="en-US" dirty="0"/>
            </a:br>
            <a:r>
              <a:rPr lang="en-US" dirty="0"/>
              <a:t>Who ever has ever diagrammed an error component separately? Are they generating that many errors?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the red context border mean? What system does it represent?</a:t>
            </a:r>
            <a:br>
              <a:rPr lang="en-US" dirty="0"/>
            </a:br>
            <a:r>
              <a:rPr lang="en-US" dirty="0"/>
              <a:t>What Technology do you think they are using underneath?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79073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More complete diagram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Better labelling, but still incomplete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circle with line symbols on top right?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There’s still no title?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“A + B = C” mean?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08022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 this is my top 3 reasons for what’s wrong with the previous diagrams</a:t>
            </a: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endParaRPr lang="en-ID" b="1" dirty="0">
              <a:solidFill>
                <a:srgbClr val="001B40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Font typeface="Arial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last item will come as a bit of surprise, but traditionally System Diagrams was only used by Developers. 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Why should this be the case, especially in an era where there’s more collaboration between different teams (Product, Business etc) 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 is there  a way to address the above issues?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461678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dirty="0"/>
              <a:t>Not this explosive guy … and No, I’m not moonlighting as a North Korean Mining Equipment Sales guy. </a:t>
            </a:r>
            <a:br>
              <a:rPr lang="en-AU" dirty="0"/>
            </a:br>
            <a:r>
              <a:rPr lang="en-AU" dirty="0"/>
              <a:t>As Trump would say, </a:t>
            </a:r>
            <a:r>
              <a:rPr lang="en-AU" dirty="0" err="1"/>
              <a:t>Faaaake</a:t>
            </a:r>
            <a:r>
              <a:rPr lang="en-AU" dirty="0"/>
              <a:t> </a:t>
            </a:r>
            <a:r>
              <a:rPr lang="en-AU" dirty="0" err="1"/>
              <a:t>Neeews</a:t>
            </a:r>
            <a:endParaRPr lang="en-A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7551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loves UML here? No one? Why not? What’s wrong with you 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92960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So this is another definition of C4 that might be the easiest to grasp, especially if you’re a visual learner.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Each “Map” shows different level of details and represent different level of abstraction(s)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…..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I noticed last night that the last map has zoomed into Korea Town.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Don’t get any ideas, that’s not where my sales pitch is happening!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11957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3943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516E4-20CE-4825-089A-76887910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71D794-8B28-1882-DDFB-78DD099E2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26F87-3096-5D59-B608-952B827AA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dirty="0"/>
              <a:t>		 	 	 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488B47-276F-44C0-7F67-C56D74027B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33706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F5B64-4290-E4AA-3B9E-1822AB38A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F3EBE-F8FA-D287-59EA-CB12CA572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6F8046-7DB3-5992-1811-4D72221B2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00A61-BFA2-8589-9417-AE6E9E819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55664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9202-CC32-1C38-1DBC-216804119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4339E6-CDC7-4D63-1877-C792EF680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EE6DC-E898-6004-F50D-CA9208B83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59CD45-C6FD-FE60-928C-D808398832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663383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D3850-9E08-CF87-E7B1-E5812BC78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E05915-7ABB-7B5A-1B36-93B41582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A615E-FA56-32E5-34AB-59DF1625C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7B621-EA0F-E93A-13DD-BD2C5089F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89629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9B242-BA9B-9262-D959-29A0BAD4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824F5-4021-199F-E81F-84D25EFEE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87BBD5-C749-891A-2069-6AA219D7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BE2C86-EE29-32CB-AC69-40E4F13BFA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061021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lot of these features were missing in lots of places in the diagrams I’ve shown you before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120788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37CC-B062-6890-0F68-30525903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E0ED86-85AB-2D1E-5759-0499D8F25C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75900E-B662-1DFB-6715-6099193FD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Example from the book, imagine we’re the internet banking system team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The example here is to describe your system from a very zoomed out level if you like, and describing you system holistically.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on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and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Software Systems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NOT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Perfect place to show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non technical 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to open up discussions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8DA98D-5D00-CCCA-7943-7DE208D6DC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6643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2F7F-E3E9-1DDA-7CDA-28CC24388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5E639C-87B8-8978-8840-5C51D8FB13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C688EF-15D1-9E10-C3F2-EF0BD7705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Example from the book, imagine we’re the internet banking system team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The example here is to describe your system from a very zoomed out level if you like, and describing you system holistically.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on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and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Software Systems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NOT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Perfect place to show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non technical 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to open up discussions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52C63-3837-2546-D27A-1C40A04B87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57800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9C5B5-FC15-7C2C-73AC-E9D69550D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D7B787-226B-9C36-6E21-6CFA27870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74152-B5D4-3AA5-23D9-78EDACD4D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Is there any non technical people out there who didn’t understand this diagram?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That last 2 points is something I’ve come across a lot </a:t>
            </a:r>
            <a:br>
              <a:rPr lang="en-ID" dirty="0"/>
            </a:b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EB336-628E-B266-997F-C3D60E7012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945291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0597-C46C-D62F-3269-A169991E7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F5E95C-BA3A-539F-3F12-F3C685862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1EC600-3D2E-18EA-E8CB-8BD9FDFD5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Example from the book, imagine we’re the internet banking system team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The example here is to describe your system from a very zoomed out level if you like, and describing you system holistically.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on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and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Software Systems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NOT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Perfect place to show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non technical 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to open up discussions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58AAC-56D2-04BC-B3F0-7C6B4A7B78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16156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9BD24-1A3A-033D-5136-87BD64CC6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8FF3A-B636-0480-BBC0-63E200846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61C9F-D3FE-E2BC-84DA-13A4C9AD0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C1BA1-42C5-EDCE-4CDF-B8F24AC992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03004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30915-0DA9-B368-078A-65A31763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EA753-E85B-D916-9DF3-3FF919FBB7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EE71E-4D7E-B3E7-1CCD-35E9B93ED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As you drilldown, you’ll notice it starts to get a little bit more technology focused.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 may be of use to non IT/engineering people who knows a lot about technology (Basically your technical BAs/</a:t>
            </a:r>
            <a:r>
              <a:rPr lang="en-ID" dirty="0" err="1"/>
              <a:t>Producrt</a:t>
            </a:r>
            <a:r>
              <a:rPr lang="en-ID" dirty="0"/>
              <a:t> managers etc)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96563-AAB8-AA98-C51B-C77A6CC8F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87450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15CBA-5640-3835-137C-6A141E63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54BC5-99A7-7095-110A-FEAA42BC5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2D2BF-C559-4FF7-720E-36EB5E3B2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Now drilldown into the API Application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stared using Container () before Docker was invented ()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3B0FC-1E3D-AD57-FE98-6123D6F0E0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85445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6C67E-AD9D-EECF-467A-0552629CC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E25B0-B6C9-E106-326E-C3DDDE74A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374719-DDF3-9E67-AC40-45E715AB7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definition -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A functional unit within the Container, such as modules, set of classes or a set of interfaces. These can’t be deployed independently, unlike a container.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This is what people usually draw when they’re asked to draw a System Diagram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Name: The name of the component.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Technology: The implementation technology for the component (e.g. Plain Old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[</a:t>
            </a:r>
            <a:r>
              <a:rPr lang="en-ID" dirty="0" err="1">
                <a:solidFill>
                  <a:schemeClr val="dk1"/>
                </a:solidFill>
              </a:rPr>
              <a:t>Java|C</a:t>
            </a:r>
            <a:r>
              <a:rPr lang="en-ID" dirty="0">
                <a:solidFill>
                  <a:schemeClr val="dk1"/>
                </a:solidFill>
              </a:rPr>
              <a:t>#|</a:t>
            </a:r>
            <a:r>
              <a:rPr lang="en-ID" dirty="0" err="1">
                <a:solidFill>
                  <a:schemeClr val="dk1"/>
                </a:solidFill>
              </a:rPr>
              <a:t>Ruby|etc</a:t>
            </a:r>
            <a:r>
              <a:rPr lang="en-ID" dirty="0">
                <a:solidFill>
                  <a:schemeClr val="dk1"/>
                </a:solidFill>
              </a:rPr>
              <a:t>] Object, Enterprise JavaBean, Windows Communication Founda-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 err="1">
                <a:solidFill>
                  <a:schemeClr val="dk1"/>
                </a:solidFill>
              </a:rPr>
              <a:t>tion</a:t>
            </a:r>
            <a:r>
              <a:rPr lang="en-ID" dirty="0">
                <a:solidFill>
                  <a:schemeClr val="dk1"/>
                </a:solidFill>
              </a:rPr>
              <a:t> service, etc).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Description:Ashortdescriptionofthecomponent,usuallyabriefsentencedescribing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the component’s responsibilities. 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		 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sz="1400" dirty="0">
                <a:solidFill>
                  <a:srgbClr val="616161"/>
                </a:solidFill>
              </a:rPr>
              <a:t>Abstraction element representing the internals of the container of such modules or a set of interfaces that can be grouped as a functional unit. In Java or C# terms, they can be seen as a set of classes implemented for interfaces or packages. They differ from containers as these cannot be deployed independently.</a:t>
            </a:r>
          </a:p>
          <a:p>
            <a:pPr marL="457200" lvl="0" indent="-304800" algn="l" rtl="0">
              <a:lnSpc>
                <a:spcPct val="175000"/>
              </a:lnSpc>
              <a:spcBef>
                <a:spcPts val="4200"/>
              </a:spcBef>
              <a:spcAft>
                <a:spcPts val="0"/>
              </a:spcAft>
              <a:buClr>
                <a:srgbClr val="616161"/>
              </a:buClr>
              <a:buSzPts val="1200"/>
              <a:buChar char="●"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368722-6050-CC4D-CFBA-A9E2C86C86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408300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B2DF-5C1B-AFA1-CABA-C1FCB40F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EB322-ADF0-4BA3-4889-AE2748CE4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A90C9-D32E-F5BA-1F5B-C84607FE6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L3 is where you’re decomposing some of your containers to the component level (major building blocks if you like of your application)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We’re seeing some of the interactions </a:t>
            </a:r>
            <a:r>
              <a:rPr lang="en-ID" dirty="0" err="1"/>
              <a:t>amd</a:t>
            </a:r>
            <a:r>
              <a:rPr lang="en-ID" dirty="0"/>
              <a:t> dependencies on it.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If there’s a good mapping between the component and code for example, then you have a really good starting point for newbies to understand the structure of your codebase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B9CA8-ED70-4AB1-3975-F54F3B73B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549800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31765-FF86-E60F-C9C3-92406BFAA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C770B-7FD7-8026-86E2-01E45522E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1CA33A-F6A6-1420-C3A2-9106C9CF3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L3 is where you’re decomposing some of your containers to the component level (major building blocks if you like of your application)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We’re seeing some of the interactions </a:t>
            </a:r>
            <a:r>
              <a:rPr lang="en-ID" dirty="0" err="1"/>
              <a:t>amd</a:t>
            </a:r>
            <a:r>
              <a:rPr lang="en-ID" dirty="0"/>
              <a:t> dependencies on it.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If there’s a good mapping between the component and code for example, then you have a really good starting point for newbies to understand the structure of your codebase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89848-87FD-EFD6-471B-EE96C4A4C6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4274252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581B2-FA1E-B693-54C2-77A831707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35039-A189-4423-32BE-0B6B329A2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D820F-A6E1-77EB-8F24-DCD8BC6A8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Drilling into the Mainframe banking System Facade</a:t>
            </a:r>
            <a:br>
              <a:rPr lang="en-ID" dirty="0"/>
            </a:br>
            <a:br>
              <a:rPr lang="en-ID" dirty="0"/>
            </a:br>
            <a:r>
              <a:rPr lang="en-ID" dirty="0"/>
              <a:t>Component definition -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A functional unit within the Container, such as modules, set of classes or a set of interfaces. These can’t be deployed independently, unlike a container.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This is what people usually draw when they’re asked to draw a System Diagram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Name: The name of the component.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Technology: The implementation technology for the component (e.g. Plain Old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[</a:t>
            </a:r>
            <a:r>
              <a:rPr lang="en-ID" dirty="0" err="1">
                <a:solidFill>
                  <a:schemeClr val="dk1"/>
                </a:solidFill>
              </a:rPr>
              <a:t>Java|C</a:t>
            </a:r>
            <a:r>
              <a:rPr lang="en-ID" dirty="0">
                <a:solidFill>
                  <a:schemeClr val="dk1"/>
                </a:solidFill>
              </a:rPr>
              <a:t>#|</a:t>
            </a:r>
            <a:r>
              <a:rPr lang="en-ID" dirty="0" err="1">
                <a:solidFill>
                  <a:schemeClr val="dk1"/>
                </a:solidFill>
              </a:rPr>
              <a:t>Ruby|etc</a:t>
            </a:r>
            <a:r>
              <a:rPr lang="en-ID" dirty="0">
                <a:solidFill>
                  <a:schemeClr val="dk1"/>
                </a:solidFill>
              </a:rPr>
              <a:t>] Object, Enterprise JavaBean, Windows Communication Founda-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 err="1">
                <a:solidFill>
                  <a:schemeClr val="dk1"/>
                </a:solidFill>
              </a:rPr>
              <a:t>tion</a:t>
            </a:r>
            <a:r>
              <a:rPr lang="en-ID" dirty="0">
                <a:solidFill>
                  <a:schemeClr val="dk1"/>
                </a:solidFill>
              </a:rPr>
              <a:t> service, etc).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Description:Ashortdescriptionofthecomponent,usuallyabriefsentencedescribing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the component’s responsibilities. 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		 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sz="1400" dirty="0">
                <a:solidFill>
                  <a:srgbClr val="616161"/>
                </a:solidFill>
              </a:rPr>
              <a:t>Abstraction element representing the internals of the container of such modules or a set of interfaces that can be grouped as a functional unit. In Java or C# terms, they can be seen as a set of classes implemented for interfaces or packages. They differ from containers as these cannot be deployed independently.</a:t>
            </a:r>
          </a:p>
          <a:p>
            <a:pPr marL="457200" lvl="0" indent="-304800" algn="l" rtl="0">
              <a:lnSpc>
                <a:spcPct val="175000"/>
              </a:lnSpc>
              <a:spcBef>
                <a:spcPts val="4200"/>
              </a:spcBef>
              <a:spcAft>
                <a:spcPts val="0"/>
              </a:spcAft>
              <a:buClr>
                <a:srgbClr val="616161"/>
              </a:buClr>
              <a:buSzPts val="1200"/>
              <a:buChar char="●"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CB03FD-44E1-203D-9DED-A7E1B8984E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86465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3B5CE-6C47-E5EB-A3D7-77AE19D2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4B4D79-7ECC-19D3-006F-3EC10730E2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FB794-E9F0-3174-56F4-47D7BA6DC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earlier, I may have taken the piss out of UML, and that should have been a hint of things to come as …..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L4, Simon actually didn’t invent anything for L4, the code level.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He recommends using traditional methods as such as UML or Class Diagrams.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Also he recommends using a tool rather than hand generating it :)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Is it just me or are you feeling a little bit ripped off here, bit of bait and switch going on.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Perhaps I should start a lobby saying this should be called C3+1 or C3 + U or C3 + UML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(Maybe I </a:t>
            </a:r>
            <a:r>
              <a:rPr lang="en-ID" dirty="0" err="1"/>
              <a:t>dont</a:t>
            </a:r>
            <a:r>
              <a:rPr lang="en-ID" dirty="0"/>
              <a:t> have your back on this part, Simon!)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1862-8CC3-D61D-BA6D-AB1B63FB8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20439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ECA59-FCF2-660D-4EC4-E4036696B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F0EC3D-397D-BE68-0C60-F76FFEE4B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113492-AB12-0450-5927-7EB0C340B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en-ID" dirty="0"/>
              <a:t>So I just </a:t>
            </a:r>
            <a:r>
              <a:rPr lang="en-ID"/>
              <a:t>mentioned tools, which </a:t>
            </a:r>
            <a:r>
              <a:rPr lang="en-ID" dirty="0"/>
              <a:t>leads us to the next section ….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A1511-4CEB-A90D-7D22-F0D321EFE9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1754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FC6CD-0123-0192-75D8-CAAEB2BF3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CA1F8-1265-7AD9-EC3B-48BAFF369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667CB-E3C9-428E-078E-33E0B5B71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4081C-C4E9-107D-0C25-DAC2DBC37F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5334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CC705-8571-F434-9EE4-023281767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470513-0C4C-A7F6-4373-EBCEEBC58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3A25A4-4DC6-D970-3526-3FC90273C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26A2D-9B8C-9AF8-5316-E9616F8E6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91284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3C72B-D12F-A283-DAA2-43D6C8DED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55AFF-E3D8-0886-24AB-A0C561706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5F7D53-61C0-6CA6-56BC-480C0F4DB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B4829-EDBF-AAE5-0746-A11DC0409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78945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E4656-F895-16E8-83E3-A3DD44D5D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1E534-5633-A87C-8442-E52C6D3FD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E5392B-EFD0-F761-62A5-335ABAE73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D645E-E5A0-6BC6-36F6-D471B14F5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75794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4B47F-261D-D904-7505-AA735ED8D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DFBE1-92F6-5F74-00EF-55CFD711B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64464-D870-376D-5F2C-E4A3820F3C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E601F-CC2C-CB4E-83FA-56E82E668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44359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6FBE8-6E1B-7AE7-F4A4-DFCD7D419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0945E-6AC0-E5E2-B131-92189EB45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1FCF3-1271-DF56-8FB8-05A517CD07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2A0DC-5207-0003-1236-DAE05C288E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838760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DF089-BEFF-F50E-C1ED-4B830C20E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3721BA-1C11-130D-FC27-8E7F0A3AF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C3E70-983F-723F-D48B-B3FA08160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E123FF-6F15-A33D-C188-A5E6CD95D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690458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402FA-D7E5-1655-A438-3DD383224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901398-61CE-B477-8956-EEFD355493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07E09F-ED29-D4DA-698F-81A8264D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7D1CE9-099B-808B-0F35-0B56183131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660370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4C51F-54C6-30BF-CA53-1D8A7B551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BAB264-967F-C2B2-F9DD-7DABE7637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F40F8-F673-F27B-BCAF-A9CC89C4A8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8C03F-6955-EC54-32BF-7A998BBF1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47037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sv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2.svg"/><Relationship Id="rId4" Type="http://schemas.openxmlformats.org/officeDocument/2006/relationships/image" Target="../media/image8.svg"/><Relationship Id="rId9" Type="http://schemas.openxmlformats.org/officeDocument/2006/relationships/image" Target="../media/image1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5.svg"/><Relationship Id="rId4" Type="http://schemas.openxmlformats.org/officeDocument/2006/relationships/image" Target="../media/image14.svg"/><Relationship Id="rId9" Type="http://schemas.openxmlformats.org/officeDocument/2006/relationships/image" Target="../media/image4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network&#10;&#10;Description automatically generated">
            <a:extLst>
              <a:ext uri="{FF2B5EF4-FFF2-40B4-BE49-F238E27FC236}">
                <a16:creationId xmlns:a16="http://schemas.microsoft.com/office/drawing/2014/main" id="{368B40E9-7C17-716E-9815-5AF22BD866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DDDFD-BA75-496B-8DCD-664A54AFB9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6" y="2001839"/>
            <a:ext cx="6505576" cy="1278994"/>
          </a:xfrm>
        </p:spPr>
        <p:txBody>
          <a:bodyPr anchor="b"/>
          <a:lstStyle>
            <a:lvl1pPr algn="l"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5F5E89-77D6-490C-B510-3463F3257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6726" y="3429000"/>
            <a:ext cx="6505576" cy="9286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BD9E58-2D0A-4523-AC8F-94B6FF0DE1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6" y="4749800"/>
            <a:ext cx="2705100" cy="2603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Insert speaker name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A0A4375-A9D3-4A69-A320-F800660B4E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6726" y="5043487"/>
            <a:ext cx="2705100" cy="26035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Speaker position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B6C932B-F0EA-4F51-A1C2-82ACCD56CA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6726" y="5337175"/>
            <a:ext cx="2705100" cy="26035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246C135-87EB-543B-FF70-714DD7FAA6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7AF6B0-5804-29D9-42D1-154473A2116A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1909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network&#10;&#10;Description automatically generated">
            <a:extLst>
              <a:ext uri="{FF2B5EF4-FFF2-40B4-BE49-F238E27FC236}">
                <a16:creationId xmlns:a16="http://schemas.microsoft.com/office/drawing/2014/main" id="{F3292490-6334-B275-94CC-E8D3A89EE1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DDDFD-BA75-496B-8DCD-664A54AFB9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6" y="2001839"/>
            <a:ext cx="6505576" cy="1278994"/>
          </a:xfrm>
        </p:spPr>
        <p:txBody>
          <a:bodyPr anchor="b"/>
          <a:lstStyle>
            <a:lvl1pPr algn="l">
              <a:lnSpc>
                <a:spcPct val="100000"/>
              </a:lnSpc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5F5E89-77D6-490C-B510-3463F3257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6726" y="3429000"/>
            <a:ext cx="6505576" cy="9286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BD9E58-2D0A-4523-AC8F-94B6FF0DE1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6" y="4749800"/>
            <a:ext cx="2705100" cy="26035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Insert speaker name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A0A4375-A9D3-4A69-A320-F800660B4E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6726" y="5043487"/>
            <a:ext cx="2705100" cy="260350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Speaker position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B6C932B-F0EA-4F51-A1C2-82ACCD56CA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6726" y="5337175"/>
            <a:ext cx="2705100" cy="260350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1C8EEFA-DDDE-057C-F1DE-1034F8F3BB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4418AE8-6762-28EA-BA86-52183C4D458C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1461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network&#10;&#10;Description automatically generated">
            <a:extLst>
              <a:ext uri="{FF2B5EF4-FFF2-40B4-BE49-F238E27FC236}">
                <a16:creationId xmlns:a16="http://schemas.microsoft.com/office/drawing/2014/main" id="{A21718FB-2C21-5BB2-47BE-DD124B351A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6FAB14-B26B-4C16-A696-8BB9FFF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5556249" cy="15716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CED20-BFFA-4AE9-97CA-510F8E64F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4046811"/>
            <a:ext cx="5556250" cy="109668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B60675-C9A0-49C5-999B-BF146B1A8E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5" y="1849672"/>
            <a:ext cx="625475" cy="465543"/>
          </a:xfrm>
        </p:spPr>
        <p:txBody>
          <a:bodyPr>
            <a:noAutofit/>
          </a:bodyPr>
          <a:lstStyle>
            <a:lvl1pPr>
              <a:defRPr sz="2800">
                <a:solidFill>
                  <a:schemeClr val="accent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7EC7F18-6501-A09E-F4EF-71317668045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1A4EA9E-D9A2-496D-755F-8D879F8C51CC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83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network&#10;&#10;Description automatically generated">
            <a:extLst>
              <a:ext uri="{FF2B5EF4-FFF2-40B4-BE49-F238E27FC236}">
                <a16:creationId xmlns:a16="http://schemas.microsoft.com/office/drawing/2014/main" id="{ED667EF9-2B17-BD7A-9C44-F5767669D8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0258" y="-158908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6FAB14-B26B-4C16-A696-8BB9FFF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5556249" cy="15716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>
                <a:solidFill>
                  <a:srgbClr val="334D5E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CED20-BFFA-4AE9-97CA-510F8E64F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4046811"/>
            <a:ext cx="5556250" cy="109668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B60675-C9A0-49C5-999B-BF146B1A8E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5" y="1849209"/>
            <a:ext cx="625475" cy="465543"/>
          </a:xfrm>
        </p:spPr>
        <p:txBody>
          <a:bodyPr>
            <a:noAutofit/>
          </a:bodyPr>
          <a:lstStyle>
            <a:lvl1pPr>
              <a:defRPr sz="2800">
                <a:solidFill>
                  <a:schemeClr val="accent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66AD443-A56E-C73C-5967-1BDC9153F9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5C1360-2F03-5E27-302A-12D52711ED17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0565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0" y="0"/>
            <a:ext cx="412273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3" cy="78581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609725"/>
            <a:ext cx="3150233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66D29F9-BA78-40B1-AFF2-21DEE930070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6726" y="2393950"/>
            <a:ext cx="3150234" cy="35337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8615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4122738" y="0"/>
            <a:ext cx="806926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3" cy="785812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609725"/>
            <a:ext cx="3150233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66D29F9-BA78-40B1-AFF2-21DEE930070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6726" y="2393950"/>
            <a:ext cx="3150234" cy="353377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FDDF2FD-0892-497F-A4FC-03C717D2C8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240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0" y="0"/>
            <a:ext cx="412273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252" y="2806700"/>
            <a:ext cx="3150233" cy="2928280"/>
          </a:xfrm>
        </p:spPr>
        <p:txBody>
          <a:bodyPr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2340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4122738" y="0"/>
            <a:ext cx="806926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9E3E0E4-3D9D-503F-E66D-245EC2E5BE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A299D09-AB72-1A7A-A0A0-8EA3B1425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252" y="2806700"/>
            <a:ext cx="3150233" cy="2928280"/>
          </a:xfrm>
        </p:spPr>
        <p:txBody>
          <a:bodyPr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6391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31139-8CEF-4ED4-8853-7CAAF6B9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14318-1880-4692-AA75-0A24734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7BFFE0-EB8C-47FB-9B83-93BAEEC739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171541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ACA60E1-0DC5-D9C1-8428-9898CA250A97}"/>
              </a:ext>
            </a:extLst>
          </p:cNvPr>
          <p:cNvSpPr/>
          <p:nvPr userDrawn="1"/>
        </p:nvSpPr>
        <p:spPr>
          <a:xfrm>
            <a:off x="466724" y="1609725"/>
            <a:ext cx="11256963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C31139-8CEF-4ED4-8853-7CAAF6B9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14318-1880-4692-AA75-0A2473486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800" y="2001520"/>
            <a:ext cx="10310814" cy="39265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7BFFE0-EB8C-47FB-9B83-93BAEEC739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224839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5303305" cy="40897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20382" y="2230120"/>
            <a:ext cx="5303305" cy="40897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0D4A4B4-0282-4517-870F-70A105DC8E86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66725" y="1619250"/>
            <a:ext cx="5304894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047DF04-3D15-41BE-88C0-459746FF52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20383" y="1619250"/>
            <a:ext cx="5300348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28732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EE86EC3-8019-E53C-F450-4F2096644CCA}"/>
              </a:ext>
            </a:extLst>
          </p:cNvPr>
          <p:cNvSpPr/>
          <p:nvPr userDrawn="1"/>
        </p:nvSpPr>
        <p:spPr>
          <a:xfrm>
            <a:off x="6167436" y="1609725"/>
            <a:ext cx="5556251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6726" y="2616200"/>
            <a:ext cx="5084762" cy="33118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0600" y="2616200"/>
            <a:ext cx="4611600" cy="331184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834072"/>
            <a:ext cx="9356724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BB45499-F705-49AF-A9EE-BAC8C276D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7E936F2-7831-4868-812F-22209B30EA46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66725" y="2011362"/>
            <a:ext cx="5084762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9FE7C48-D84E-481C-A8DF-43E32B4E8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0600" y="2011362"/>
            <a:ext cx="46116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59526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9F9F34B-58D0-4AF4-824F-DB60889DB857}"/>
              </a:ext>
            </a:extLst>
          </p:cNvPr>
          <p:cNvSpPr/>
          <p:nvPr userDrawn="1"/>
        </p:nvSpPr>
        <p:spPr>
          <a:xfrm flipH="1">
            <a:off x="6095999" y="0"/>
            <a:ext cx="609599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C91E85-C416-44F1-BEAC-2825CCB444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2011362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D97C46-F8F2-42AD-9B76-3ABD2B1786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725" y="2623281"/>
            <a:ext cx="5220000" cy="369655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F45821-EB77-48A6-A31C-3F0EC2D0F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3688" y="2011362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9AC69E-C919-4D96-976F-AF0265F4CC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03688" y="2623281"/>
            <a:ext cx="5220000" cy="3696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75813E4-4AB4-4386-BDE8-5A7A955D5D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227138"/>
            <a:ext cx="5219999" cy="554893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Insert slide subtitle here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34F81591-AEC7-498C-B09E-523DA815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7" y="431799"/>
            <a:ext cx="5219998" cy="795339"/>
          </a:xfrm>
          <a:prstGeom prst="rect">
            <a:avLst/>
          </a:prstGeom>
        </p:spPr>
        <p:txBody>
          <a:bodyPr lIns="0"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DD9C4FEB-B52A-4EAA-BB9A-0478061116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436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8789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8069263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D5B5D16D-B213-4C5B-89C0-9062DE8E26BC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66725" y="1619250"/>
            <a:ext cx="3656013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3C4E6738-814A-439C-934F-43CBCD9128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70334" y="1619250"/>
            <a:ext cx="365288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D840144-13DB-41B9-B3C8-A108582BA5B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069263" y="1619250"/>
            <a:ext cx="365288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89402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4001397-D2C0-7E55-86EA-A1765FC7DE8E}"/>
              </a:ext>
            </a:extLst>
          </p:cNvPr>
          <p:cNvSpPr/>
          <p:nvPr userDrawn="1"/>
        </p:nvSpPr>
        <p:spPr>
          <a:xfrm>
            <a:off x="8069265" y="1609725"/>
            <a:ext cx="3654422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631760"/>
            <a:ext cx="3442971" cy="3295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8789" y="2631760"/>
            <a:ext cx="3442971" cy="3295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8412481" y="2631440"/>
            <a:ext cx="2967990" cy="32915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8D0F7360-2F35-4113-836D-575E80C5A0C3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66726" y="2000566"/>
            <a:ext cx="3444378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5CCF1D32-A68D-4128-A3E6-A434FA5DF6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70334" y="2000566"/>
            <a:ext cx="3441426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F6FD7A0-EEA3-44D5-BD21-2B671F65D3D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412481" y="2001838"/>
            <a:ext cx="2967990" cy="39211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075822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4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17876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6167438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D7BFAA3B-449D-4867-998A-0E4A705632B8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9017000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070CA57-6387-4F06-A344-34BB0C105717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466726" y="1619250"/>
            <a:ext cx="2516076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BE385C9-4D8C-485A-B51E-6C6BAE255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18608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62481009-B610-4C03-918A-A13BDA25504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68170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74503B5-47CA-471D-A96C-EE0188E149B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17001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79622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our 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  <a:prstGeom prst="rect">
            <a:avLst/>
          </a:prstGeom>
        </p:spPr>
        <p:txBody>
          <a:bodyPr lIns="0"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1013" y="2057400"/>
            <a:ext cx="5220000" cy="1733550"/>
          </a:xfrm>
        </p:spPr>
        <p:txBody>
          <a:bodyPr>
            <a:normAutofit/>
          </a:bodyPr>
          <a:lstStyle>
            <a:lvl1pPr>
              <a:defRPr sz="10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727" y="2057400"/>
            <a:ext cx="5220000" cy="1733550"/>
          </a:xfrm>
        </p:spPr>
        <p:txBody>
          <a:bodyPr>
            <a:normAutofit/>
          </a:bodyPr>
          <a:lstStyle>
            <a:lvl1pPr>
              <a:defRPr sz="10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466724" y="4567880"/>
            <a:ext cx="5220000" cy="1733550"/>
          </a:xfrm>
        </p:spPr>
        <p:txBody>
          <a:bodyPr>
            <a:normAutofit/>
          </a:bodyPr>
          <a:lstStyle>
            <a:lvl1pPr>
              <a:defRPr sz="10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D7BFAA3B-449D-4867-998A-0E4A705632B8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6167438" y="4567880"/>
            <a:ext cx="5220000" cy="1733550"/>
          </a:xfrm>
        </p:spPr>
        <p:txBody>
          <a:bodyPr>
            <a:normAutofit/>
          </a:bodyPr>
          <a:lstStyle>
            <a:lvl1pPr>
              <a:defRPr sz="10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50F6979E-9A75-4E91-B8AF-6F6079A498F0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66725" y="1614814"/>
            <a:ext cx="5220000" cy="314113"/>
          </a:xfrm>
        </p:spPr>
        <p:txBody>
          <a:bodyPr anchor="t" anchorCtr="0">
            <a:normAutofit/>
          </a:bodyPr>
          <a:lstStyle>
            <a:lvl1pPr marL="0" indent="0">
              <a:buNone/>
              <a:defRPr sz="16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3EBD06B6-BC61-4A82-8275-9B08067DA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8" y="1614814"/>
            <a:ext cx="5220000" cy="314113"/>
          </a:xfrm>
        </p:spPr>
        <p:txBody>
          <a:bodyPr anchor="t" anchorCtr="0">
            <a:normAutofit/>
          </a:bodyPr>
          <a:lstStyle>
            <a:lvl1pPr marL="0" indent="0">
              <a:buNone/>
              <a:defRPr sz="16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499C3FE-8BFD-4C91-A498-B115D102FE4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66725" y="4125294"/>
            <a:ext cx="5220000" cy="314113"/>
          </a:xfrm>
        </p:spPr>
        <p:txBody>
          <a:bodyPr anchor="t" anchorCtr="0">
            <a:normAutofit/>
          </a:bodyPr>
          <a:lstStyle>
            <a:lvl1pPr marL="0" indent="0">
              <a:buNone/>
              <a:defRPr sz="16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5FDC84F3-EE04-45F7-918B-3745A165B53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67439" y="4125293"/>
            <a:ext cx="5220000" cy="314113"/>
          </a:xfrm>
        </p:spPr>
        <p:txBody>
          <a:bodyPr anchor="t" anchorCtr="0">
            <a:normAutofit/>
          </a:bodyPr>
          <a:lstStyle>
            <a:lvl1pPr marL="0" indent="0">
              <a:buNone/>
              <a:defRPr sz="16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68795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5539384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Insert slide subtitle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7C99597-AC2E-21B0-7DA0-6151B211A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  <a:prstGeom prst="rect">
            <a:avLst/>
          </a:prstGeom>
        </p:spPr>
        <p:txBody>
          <a:bodyPr lIns="0"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281221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32103E7-D03A-4AC9-B0D8-8C22BE5B2B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098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2882E4-1171-8662-1CDA-C104153EE1D5}"/>
              </a:ext>
            </a:extLst>
          </p:cNvPr>
          <p:cNvSpPr/>
          <p:nvPr userDrawn="1"/>
        </p:nvSpPr>
        <p:spPr>
          <a:xfrm>
            <a:off x="0" y="0"/>
            <a:ext cx="12192000" cy="25995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Insert slide subtitle here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9D68089F-4850-46AA-901A-252039E1811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466724" y="2230143"/>
            <a:ext cx="5220000" cy="4089695"/>
          </a:xfrm>
        </p:spPr>
        <p:txBody>
          <a:bodyPr/>
          <a:lstStyle/>
          <a:p>
            <a:endParaRPr lang="en-AU"/>
          </a:p>
        </p:txBody>
      </p:sp>
      <p:sp>
        <p:nvSpPr>
          <p:cNvPr id="9" name="Table Placeholder 3">
            <a:extLst>
              <a:ext uri="{FF2B5EF4-FFF2-40B4-BE49-F238E27FC236}">
                <a16:creationId xmlns:a16="http://schemas.microsoft.com/office/drawing/2014/main" id="{AB6464A4-E8B5-49C3-B07A-462237A3C7C4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6184350" y="2230143"/>
            <a:ext cx="5220000" cy="4089695"/>
          </a:xfrm>
        </p:spPr>
        <p:txBody>
          <a:bodyPr/>
          <a:lstStyle/>
          <a:p>
            <a:endParaRPr lang="en-AU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6116C44-916F-478B-A79F-CF3E1E389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1614813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C25B759-1C6D-4205-8A70-8A485ADAA9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1614813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E2D264B-2C71-6E2F-3AA2-6BB604951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  <a:prstGeom prst="rect">
            <a:avLst/>
          </a:prstGeom>
        </p:spPr>
        <p:txBody>
          <a:bodyPr lIns="0"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5953F0D-C9F3-7204-BD74-4F1619ED3B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0516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75120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29205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9D68089F-4850-46AA-901A-252039E1811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34784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4231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F4656D0E-8E56-4CD0-83E8-1BC0FAE3B03E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822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9A600E95-262A-44A0-8F60-FD2DBB1D43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9302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47701446-1729-451C-B54C-48426214744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2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ECC7D563-DDBF-40E6-8AA9-6F052DFE835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51363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AA683DA-072A-4D8B-A543-B4DCAC676C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551363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3149FCD-E2B7-499D-95A1-1481AFF9AEB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33424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1046E740-D284-499D-BABF-90CE72D6222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333424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48969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8BEB8E4-B752-44FC-BAAD-1368CD27C6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9302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039FFF0-A9E8-49F6-89D6-8DEE24852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2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85D55125-CFE5-403F-B8B7-2B2248B0980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01403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AAC1AED-20DF-4792-AFD5-F537F8525B9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601403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EE9C2BC9-FA53-47E7-B7A2-0C3F8B3C2B4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67370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B2FE24DF-EAC9-406D-B361-FB32DB0392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467370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6">
            <a:extLst>
              <a:ext uri="{FF2B5EF4-FFF2-40B4-BE49-F238E27FC236}">
                <a16:creationId xmlns:a16="http://schemas.microsoft.com/office/drawing/2014/main" id="{4A55D403-19E5-46F5-BF63-8B9D2D78C82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99471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C2E21046-8FAA-4BE7-B284-15CAE1DA0E1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299471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134487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Insert slide subtitle here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F4656D0E-8E56-4CD0-83E8-1BC0FAE3B03E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466725" y="2197044"/>
            <a:ext cx="5220000" cy="4123588"/>
          </a:xfrm>
        </p:spPr>
        <p:txBody>
          <a:bodyPr/>
          <a:lstStyle/>
          <a:p>
            <a:endParaRPr lang="en-AU"/>
          </a:p>
        </p:txBody>
      </p:sp>
      <p:sp>
        <p:nvSpPr>
          <p:cNvPr id="9" name="Chart Placeholder 4">
            <a:extLst>
              <a:ext uri="{FF2B5EF4-FFF2-40B4-BE49-F238E27FC236}">
                <a16:creationId xmlns:a16="http://schemas.microsoft.com/office/drawing/2014/main" id="{86BC8BC2-0E1D-4412-8210-86568EFAEF52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169025" y="2197044"/>
            <a:ext cx="5220000" cy="4123588"/>
          </a:xfrm>
        </p:spPr>
        <p:txBody>
          <a:bodyPr/>
          <a:lstStyle/>
          <a:p>
            <a:endParaRPr lang="en-A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D4DD143-D8E9-4011-926B-BF99CB8F7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1614813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DF54CB2-E808-4A75-94E7-5E3D52EF73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1614813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B65D2BA-62A7-64F2-EC0B-29C7CFE8F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  <a:prstGeom prst="rect">
            <a:avLst/>
          </a:prstGeom>
        </p:spPr>
        <p:txBody>
          <a:bodyPr lIns="0"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536247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Insert slide subtitle here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F4656D0E-8E56-4CD0-83E8-1BC0FAE3B03E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765525" y="1609724"/>
            <a:ext cx="3060000" cy="3060000"/>
          </a:xfrm>
        </p:spPr>
        <p:txBody>
          <a:bodyPr/>
          <a:lstStyle/>
          <a:p>
            <a:endParaRPr lang="en-AU"/>
          </a:p>
        </p:txBody>
      </p:sp>
      <p:sp>
        <p:nvSpPr>
          <p:cNvPr id="9" name="Chart Placeholder 4">
            <a:extLst>
              <a:ext uri="{FF2B5EF4-FFF2-40B4-BE49-F238E27FC236}">
                <a16:creationId xmlns:a16="http://schemas.microsoft.com/office/drawing/2014/main" id="{3B555C89-17C4-4E34-A622-602B92554E1B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4566000" y="1609724"/>
            <a:ext cx="3060000" cy="3060000"/>
          </a:xfrm>
        </p:spPr>
        <p:txBody>
          <a:bodyPr/>
          <a:lstStyle/>
          <a:p>
            <a:endParaRPr lang="en-AU"/>
          </a:p>
        </p:txBody>
      </p:sp>
      <p:sp>
        <p:nvSpPr>
          <p:cNvPr id="10" name="Chart Placeholder 4">
            <a:extLst>
              <a:ext uri="{FF2B5EF4-FFF2-40B4-BE49-F238E27FC236}">
                <a16:creationId xmlns:a16="http://schemas.microsoft.com/office/drawing/2014/main" id="{A52CFF14-10EA-4D51-A182-FABFF7B93464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8366475" y="1609724"/>
            <a:ext cx="3060000" cy="3060000"/>
          </a:xfrm>
        </p:spPr>
        <p:txBody>
          <a:bodyPr/>
          <a:lstStyle/>
          <a:p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E984FC6-FAC6-41D6-BDA7-75F01443B78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111950" y="4806950"/>
            <a:ext cx="2361500" cy="1120775"/>
          </a:xfrm>
        </p:spPr>
        <p:txBody>
          <a:bodyPr/>
          <a:lstStyle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D1268B8-BA2D-42B1-86B5-7D0B479337C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12425" y="4806950"/>
            <a:ext cx="2361500" cy="11207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E68C09DD-329C-4549-B08C-163C4BC913A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712900" y="4806950"/>
            <a:ext cx="2361500" cy="11207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DC39042-874C-BCF2-597C-EE3838697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  <a:prstGeom prst="rect">
            <a:avLst/>
          </a:prstGeom>
        </p:spPr>
        <p:txBody>
          <a:bodyPr lIns="0"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474207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112F26C-414C-4BFB-8D3C-09EF8A6F19C0}"/>
              </a:ext>
            </a:extLst>
          </p:cNvPr>
          <p:cNvSpPr/>
          <p:nvPr userDrawn="1"/>
        </p:nvSpPr>
        <p:spPr>
          <a:xfrm flipH="1">
            <a:off x="4122738" y="0"/>
            <a:ext cx="806926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41E50C9-C932-4B14-AD63-5715DAC382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609725"/>
            <a:ext cx="3216272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Insert slide subtitle here</a:t>
            </a:r>
          </a:p>
        </p:txBody>
      </p:sp>
      <p:sp>
        <p:nvSpPr>
          <p:cNvPr id="14" name="Content Placeholder 17">
            <a:extLst>
              <a:ext uri="{FF2B5EF4-FFF2-40B4-BE49-F238E27FC236}">
                <a16:creationId xmlns:a16="http://schemas.microsoft.com/office/drawing/2014/main" id="{DAB04FD4-CE2C-4618-9D7F-4E234EE0431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66725" y="2393949"/>
            <a:ext cx="3216275" cy="317516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D06C1564-741F-4E6A-BED2-FA3384B9D0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6724" y="5708286"/>
            <a:ext cx="3216273" cy="611552"/>
          </a:xfrm>
        </p:spPr>
        <p:txBody>
          <a:bodyPr vert="horz" lIns="0" tIns="0" rIns="0" bIns="0" rtlCol="0" anchor="b" anchorCtr="0">
            <a:noAutofit/>
          </a:bodyPr>
          <a:lstStyle>
            <a:lvl1pPr>
              <a:defRPr lang="en-US" sz="700" dirty="0" smtClean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buNone/>
              <a:defRPr lang="en-US" sz="700" dirty="0" smtClean="0"/>
            </a:lvl2pPr>
            <a:lvl3pPr>
              <a:defRPr lang="en-US" sz="700" dirty="0" smtClean="0"/>
            </a:lvl3pPr>
            <a:lvl4pPr>
              <a:defRPr lang="en-US" sz="700" dirty="0" smtClean="0"/>
            </a:lvl4pPr>
            <a:lvl5pPr>
              <a:defRPr lang="en-AU" sz="700" dirty="0"/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</a:p>
        </p:txBody>
      </p:sp>
      <p:sp>
        <p:nvSpPr>
          <p:cNvPr id="16" name="Content Placeholder 17">
            <a:extLst>
              <a:ext uri="{FF2B5EF4-FFF2-40B4-BE49-F238E27FC236}">
                <a16:creationId xmlns:a16="http://schemas.microsoft.com/office/drawing/2014/main" id="{59BDB825-2BCF-489C-92DD-DE08CDD14A8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653280" y="1609726"/>
            <a:ext cx="7070407" cy="4318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62790DBF-3C2F-45CD-9C81-A21423704D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8946E43-A563-1182-6A40-F025F8103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2" cy="772143"/>
          </a:xfrm>
          <a:prstGeom prst="rect">
            <a:avLst/>
          </a:prstGeom>
        </p:spPr>
        <p:txBody>
          <a:bodyPr lIns="0"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263431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4DA3438-25CC-473E-82F7-1F8659D2EA07}"/>
              </a:ext>
            </a:extLst>
          </p:cNvPr>
          <p:cNvSpPr/>
          <p:nvPr userDrawn="1"/>
        </p:nvSpPr>
        <p:spPr>
          <a:xfrm flipH="1">
            <a:off x="0" y="0"/>
            <a:ext cx="412273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453351-3CC6-48B0-9010-D57B15973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2" cy="772143"/>
          </a:xfrm>
          <a:prstGeom prst="rect">
            <a:avLst/>
          </a:prstGeom>
        </p:spPr>
        <p:txBody>
          <a:bodyPr lIns="0"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F47E6580-F376-4839-982E-49282C7DF4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1605279"/>
            <a:ext cx="3150233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Insert slide subtitle here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B60A1A0F-BE3E-4100-9795-79FD4A6D4A4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66725" y="2393949"/>
            <a:ext cx="3216275" cy="317516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D38C7BA-9B69-4463-9E6B-F9AA72ACA6D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6725" y="5708286"/>
            <a:ext cx="3216274" cy="611552"/>
          </a:xfrm>
        </p:spPr>
        <p:txBody>
          <a:bodyPr vert="horz" lIns="0" tIns="0" rIns="0" bIns="0" rtlCol="0" anchor="b" anchorCtr="0">
            <a:noAutofit/>
          </a:bodyPr>
          <a:lstStyle>
            <a:lvl1pPr>
              <a:defRPr lang="en-US" sz="700" dirty="0" smtClean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buNone/>
              <a:defRPr lang="en-US" sz="700" dirty="0" smtClean="0"/>
            </a:lvl2pPr>
            <a:lvl3pPr>
              <a:defRPr lang="en-US" sz="700" dirty="0" smtClean="0"/>
            </a:lvl3pPr>
            <a:lvl4pPr>
              <a:defRPr lang="en-US" sz="700" dirty="0" smtClean="0"/>
            </a:lvl4pPr>
            <a:lvl5pPr>
              <a:defRPr lang="en-AU" sz="700" dirty="0"/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</a:p>
        </p:txBody>
      </p:sp>
      <p:sp>
        <p:nvSpPr>
          <p:cNvPr id="21" name="Content Placeholder 17">
            <a:extLst>
              <a:ext uri="{FF2B5EF4-FFF2-40B4-BE49-F238E27FC236}">
                <a16:creationId xmlns:a16="http://schemas.microsoft.com/office/drawing/2014/main" id="{EE8E48F6-24C6-4D4D-8E07-2BEFB1B8CEB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653280" y="1609726"/>
            <a:ext cx="7070407" cy="4318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57691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0102F75-B39C-4956-ACB1-54A1075AD1B0}"/>
              </a:ext>
            </a:extLst>
          </p:cNvPr>
          <p:cNvSpPr/>
          <p:nvPr userDrawn="1"/>
        </p:nvSpPr>
        <p:spPr>
          <a:xfrm>
            <a:off x="0" y="-928"/>
            <a:ext cx="12192000" cy="318069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280BC52-E15B-4626-992C-F320A26F82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8698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0102F75-B39C-4956-ACB1-54A1075AD1B0}"/>
              </a:ext>
            </a:extLst>
          </p:cNvPr>
          <p:cNvSpPr/>
          <p:nvPr userDrawn="1"/>
        </p:nvSpPr>
        <p:spPr>
          <a:xfrm>
            <a:off x="0" y="5143500"/>
            <a:ext cx="12192000" cy="1714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40650948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264B1F-D5E6-4F14-88D8-AD3604F4AB65}"/>
              </a:ext>
            </a:extLst>
          </p:cNvPr>
          <p:cNvSpPr/>
          <p:nvPr userDrawn="1"/>
        </p:nvSpPr>
        <p:spPr>
          <a:xfrm>
            <a:off x="0" y="5143500"/>
            <a:ext cx="12192000" cy="1714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453351-3CC6-48B0-9010-D57B15973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  <a:prstGeom prst="rect">
            <a:avLst/>
          </a:prstGeom>
        </p:spPr>
        <p:txBody>
          <a:bodyPr lIns="0"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7404A6A8-43FB-476B-844A-B62F4559BB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421841421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/statem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9C8BB218-B5E1-49CF-DE81-40D02B0D16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0FE1727-EDBC-4A18-A6E9-51E884519E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68550" y="2133996"/>
            <a:ext cx="7454900" cy="2748915"/>
          </a:xfrm>
        </p:spPr>
        <p:txBody>
          <a:bodyPr anchor="t" anchorCtr="0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4400">
                <a:latin typeface="+mj-lt"/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5993C5-A8CE-449E-A5E4-F74B55BF99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68550" y="4882912"/>
            <a:ext cx="4131402" cy="616552"/>
          </a:xfrm>
        </p:spPr>
        <p:txBody>
          <a:bodyPr anchor="t" anchorCtr="0">
            <a:norm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quote source text here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3D7DE2D-67E6-41F9-B3D9-11FDA523F2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618404C-0D85-F179-CD36-1F0AE16CD0D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pic>
        <p:nvPicPr>
          <p:cNvPr id="3" name="Picture 2" descr="A picture containing clipart&#10;&#10;Description automatically generated">
            <a:extLst>
              <a:ext uri="{FF2B5EF4-FFF2-40B4-BE49-F238E27FC236}">
                <a16:creationId xmlns:a16="http://schemas.microsoft.com/office/drawing/2014/main" id="{C28BB54F-ED92-2CA4-5777-7EAD3AC0D2A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550" y="1489167"/>
            <a:ext cx="551602" cy="4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64015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/statem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network&#10;&#10;Description automatically generated">
            <a:extLst>
              <a:ext uri="{FF2B5EF4-FFF2-40B4-BE49-F238E27FC236}">
                <a16:creationId xmlns:a16="http://schemas.microsoft.com/office/drawing/2014/main" id="{644F3C04-765D-9071-00F8-6916A1D1CC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150" y="-569627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0FE1727-EDBC-4A18-A6E9-51E884519E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68550" y="2133996"/>
            <a:ext cx="7454900" cy="2748915"/>
          </a:xfrm>
        </p:spPr>
        <p:txBody>
          <a:bodyPr anchor="t" anchorCtr="0">
            <a:no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  <a:lvl2pPr marL="0" indent="0">
              <a:buNone/>
              <a:defRPr sz="4400">
                <a:latin typeface="+mj-lt"/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5993C5-A8CE-449E-A5E4-F74B55BF99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68550" y="4882912"/>
            <a:ext cx="4131402" cy="616552"/>
          </a:xfrm>
        </p:spPr>
        <p:txBody>
          <a:bodyPr anchor="t" anchorCtr="0">
            <a:normAutofit/>
          </a:bodyPr>
          <a:lstStyle>
            <a:lvl1pPr>
              <a:defRPr sz="20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Insert quote source text here</a:t>
            </a:r>
          </a:p>
        </p:txBody>
      </p:sp>
      <p:pic>
        <p:nvPicPr>
          <p:cNvPr id="3" name="Picture 2" descr="A picture containing clipart&#10;&#10;Description automatically generated">
            <a:extLst>
              <a:ext uri="{FF2B5EF4-FFF2-40B4-BE49-F238E27FC236}">
                <a16:creationId xmlns:a16="http://schemas.microsoft.com/office/drawing/2014/main" id="{C28BB54F-ED92-2CA4-5777-7EAD3AC0D2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550" y="1489167"/>
            <a:ext cx="551602" cy="4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9615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estion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2A690247-AE5B-979D-9399-90947EFB47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B9BE7EA-388D-4F04-806B-A5A04D722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17874" y="2435125"/>
            <a:ext cx="5556251" cy="2538254"/>
          </a:xfrm>
        </p:spPr>
        <p:txBody>
          <a:bodyPr>
            <a:no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</a:defRPr>
            </a:lvl1pPr>
            <a:lvl5pPr marL="540000" indent="0">
              <a:buNone/>
              <a:defRPr sz="6000"/>
            </a:lvl5pPr>
          </a:lstStyle>
          <a:p>
            <a:pPr lvl="0"/>
            <a:r>
              <a:rPr lang="en-US" dirty="0"/>
              <a:t>Questions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1BD8D3-FA1A-DE4F-F898-AD44276786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88795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lding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6B99B4FA-2859-10B1-83CD-7EE9E87C37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F3177C-DF99-46B7-A803-E4D73E0424E7}"/>
              </a:ext>
            </a:extLst>
          </p:cNvPr>
          <p:cNvSpPr txBox="1"/>
          <p:nvPr userDrawn="1"/>
        </p:nvSpPr>
        <p:spPr>
          <a:xfrm>
            <a:off x="2227400" y="51404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www.shift.com.au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F6B89-2263-4C23-9920-557AC8FC3279}"/>
              </a:ext>
            </a:extLst>
          </p:cNvPr>
          <p:cNvSpPr txBox="1"/>
          <p:nvPr userDrawn="1"/>
        </p:nvSpPr>
        <p:spPr>
          <a:xfrm>
            <a:off x="5388609" y="51435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contact@shift.com.au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8D033-AC9B-465A-A026-E75EC6D3FB02}"/>
              </a:ext>
            </a:extLst>
          </p:cNvPr>
          <p:cNvSpPr txBox="1"/>
          <p:nvPr userDrawn="1"/>
        </p:nvSpPr>
        <p:spPr>
          <a:xfrm>
            <a:off x="9093200" y="5142471"/>
            <a:ext cx="2849563" cy="3220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tx2"/>
                </a:solidFill>
                <a:latin typeface="+mj-lt"/>
              </a:rPr>
              <a:t>1300 649 249</a:t>
            </a:r>
            <a:endParaRPr lang="en-AU" sz="1600" err="1">
              <a:solidFill>
                <a:schemeClr val="tx2"/>
              </a:solidFill>
              <a:latin typeface="+mj-lt"/>
            </a:endParaRP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7B6ED16B-821D-4A46-8FD6-997D82A54E7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4718" y="5107177"/>
            <a:ext cx="334042" cy="347228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3824A85D-C976-4C01-9D7F-8CD6E642D06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34450" y="5122290"/>
            <a:ext cx="317002" cy="317002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B032106C-D36A-4654-A693-6DF4322A137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39040" y="5111435"/>
            <a:ext cx="317000" cy="33413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DF3D7-92A6-49B1-A247-D6A7CCBCB798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05130" y="2633539"/>
            <a:ext cx="2981740" cy="109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90842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lding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17472460-E5B7-50E6-6E43-BDD48F67D5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DF3D7-92A6-49B1-A247-D6A7CCBCB7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05130" y="2633539"/>
            <a:ext cx="2981740" cy="109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353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lding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1312CE98-DF37-3BFD-687E-79E0BC45FF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18E235-9854-47F9-ACCF-CCE7A11AD8A8}"/>
              </a:ext>
            </a:extLst>
          </p:cNvPr>
          <p:cNvSpPr txBox="1"/>
          <p:nvPr userDrawn="1"/>
        </p:nvSpPr>
        <p:spPr>
          <a:xfrm>
            <a:off x="2227400" y="51404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 dirty="0" err="1">
                <a:solidFill>
                  <a:schemeClr val="accent2"/>
                </a:solidFill>
                <a:latin typeface="+mj-lt"/>
              </a:rPr>
              <a:t>www.shift.com.au</a:t>
            </a:r>
            <a:endParaRPr lang="en-US" sz="1600" dirty="0">
              <a:solidFill>
                <a:schemeClr val="accent2"/>
              </a:solidFill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91B587-378A-4030-BCB2-EEF8AA82CCA7}"/>
              </a:ext>
            </a:extLst>
          </p:cNvPr>
          <p:cNvSpPr txBox="1"/>
          <p:nvPr userDrawn="1"/>
        </p:nvSpPr>
        <p:spPr>
          <a:xfrm>
            <a:off x="5388609" y="51435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contact@shift.com.au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3617-7BC7-4FCB-96E4-1A420D087853}"/>
              </a:ext>
            </a:extLst>
          </p:cNvPr>
          <p:cNvSpPr txBox="1"/>
          <p:nvPr userDrawn="1"/>
        </p:nvSpPr>
        <p:spPr>
          <a:xfrm>
            <a:off x="9093200" y="5142471"/>
            <a:ext cx="2849563" cy="3220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 dirty="0">
                <a:solidFill>
                  <a:schemeClr val="bg1"/>
                </a:solidFill>
                <a:latin typeface="+mj-lt"/>
              </a:rPr>
              <a:t>1300 249 649</a:t>
            </a:r>
            <a:endParaRPr lang="en-AU" sz="16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5115EF1-B145-4D36-A370-6DB209F797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9040" y="5111435"/>
            <a:ext cx="317000" cy="338712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35F8D17-76E9-4102-9C00-37C30D2EBD3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64718" y="5107177"/>
            <a:ext cx="334042" cy="34722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2F0518F-AFAC-4D72-80F1-6A505E69B99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449" y="5122290"/>
            <a:ext cx="317002" cy="317002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3D0ED32-48F7-4C40-A9FE-C6D1DC4BE991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99802" y="2631587"/>
            <a:ext cx="2987068" cy="10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30835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lding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8C1EAB4E-2DD0-6885-03FA-E80747AC64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3D0ED32-48F7-4C40-A9FE-C6D1DC4BE9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9802" y="2631587"/>
            <a:ext cx="2987068" cy="10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75497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slide in templa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5CF16E-41C4-4D51-AA5C-7803788BD3DB}"/>
              </a:ext>
            </a:extLst>
          </p:cNvPr>
          <p:cNvSpPr txBox="1"/>
          <p:nvPr userDrawn="1"/>
        </p:nvSpPr>
        <p:spPr>
          <a:xfrm>
            <a:off x="793750" y="2001837"/>
            <a:ext cx="10604500" cy="314007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9600">
                <a:solidFill>
                  <a:schemeClr val="bg1"/>
                </a:solidFill>
              </a:rPr>
              <a:t>Do not use layouts after this slide</a:t>
            </a:r>
            <a:endParaRPr lang="en-AU" sz="9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6909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9F9F34B-58D0-4AF4-824F-DB60889DB857}"/>
              </a:ext>
            </a:extLst>
          </p:cNvPr>
          <p:cNvSpPr/>
          <p:nvPr userDrawn="1"/>
        </p:nvSpPr>
        <p:spPr>
          <a:xfrm flipH="1">
            <a:off x="6095999" y="0"/>
            <a:ext cx="609599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C91E85-C416-44F1-BEAC-2825CCB444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2011362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D97C46-F8F2-42AD-9B76-3ABD2B1786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725" y="2623281"/>
            <a:ext cx="5220000" cy="3696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F45821-EB77-48A6-A31C-3F0EC2D0F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3688" y="2011362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9AC69E-C919-4D96-976F-AF0265F4CC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03688" y="2623281"/>
            <a:ext cx="5220000" cy="3696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75813E4-4AB4-4386-BDE8-5A7A955D5D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227138"/>
            <a:ext cx="5219999" cy="554893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34F81591-AEC7-498C-B09E-523DA815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7" y="431799"/>
            <a:ext cx="5219998" cy="7953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A288DBD7-EE6C-4536-B2AB-210E10E5AA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6726" y="6577540"/>
            <a:ext cx="7456488" cy="141288"/>
          </a:xfrm>
        </p:spPr>
        <p:txBody>
          <a:bodyPr anchor="b" anchorCtr="0">
            <a:noAutofit/>
          </a:bodyPr>
          <a:lstStyle>
            <a:lvl1pPr>
              <a:spcAft>
                <a:spcPts val="0"/>
              </a:spcAft>
              <a:defRPr sz="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 sz="700"/>
            </a:lvl2pPr>
            <a:lvl3pPr>
              <a:defRPr sz="700"/>
            </a:lvl3pPr>
            <a:lvl4pPr>
              <a:defRPr sz="700"/>
            </a:lvl4pPr>
            <a:lvl5pPr>
              <a:defRPr sz="700"/>
            </a:lvl5pPr>
          </a:lstStyle>
          <a:p>
            <a:pPr lvl="0"/>
            <a:r>
              <a:rPr lang="en-US"/>
              <a:t>Insert footer text here</a:t>
            </a:r>
            <a:endParaRPr lang="en-AU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1C1E1F-A9C3-4D1B-8CD0-C2D4FDEC592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825427" y="6577541"/>
            <a:ext cx="447145" cy="141287"/>
          </a:xfrm>
        </p:spPr>
        <p:txBody>
          <a:bodyPr/>
          <a:lstStyle/>
          <a:p>
            <a:endParaRPr lang="en-AU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9DBDEA-7C61-4635-B9A1-0D930B3DA2A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67675" y="6577541"/>
            <a:ext cx="2625723" cy="141287"/>
          </a:xfrm>
        </p:spPr>
        <p:txBody>
          <a:bodyPr/>
          <a:lstStyle/>
          <a:p>
            <a:endParaRPr lang="en-AU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D132F3-0D0B-4CC1-B0BA-98ABFF561F5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72850" y="6577541"/>
            <a:ext cx="350838" cy="141287"/>
          </a:xfrm>
        </p:spPr>
        <p:txBody>
          <a:bodyPr/>
          <a:lstStyle/>
          <a:p>
            <a:r>
              <a:rPr lang="en-AU"/>
              <a:t>Page </a:t>
            </a:r>
            <a:fld id="{CF7AD768-FBED-4928-A6B0-5006EB45EF40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DD9C4FEB-B52A-4EAA-BB9A-0478061116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3441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51EB7-95EB-DBCE-18EE-8C7FC2B32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4F5139-1533-2A35-722F-048D4636E9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1ED56-D208-ECE7-F2F1-B0DE6B7BC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66C9C-A4C4-44FF-AC18-C07A3FE98F01}" type="datetimeFigureOut">
              <a:rPr lang="en-AU" smtClean="0"/>
              <a:t>20/5/2025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C7538-62C9-EB1F-AF6B-017A6D9FE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5913A-733E-7BCF-9327-682152E34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BD89D-3194-4F17-8D3E-150440DEAD1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670679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ntent with Headline">
  <p:cSld name="Three Content with Headline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5"/>
          <p:cNvSpPr txBox="1">
            <a:spLocks noGrp="1"/>
          </p:cNvSpPr>
          <p:nvPr>
            <p:ph type="body" idx="1"/>
          </p:nvPr>
        </p:nvSpPr>
        <p:spPr>
          <a:xfrm>
            <a:off x="4986008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1B40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6" name="Google Shape;386;p35"/>
          <p:cNvSpPr txBox="1">
            <a:spLocks noGrp="1"/>
          </p:cNvSpPr>
          <p:nvPr>
            <p:ph type="body" idx="2"/>
          </p:nvPr>
        </p:nvSpPr>
        <p:spPr>
          <a:xfrm>
            <a:off x="1488016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7" name="Google Shape;387;p35"/>
          <p:cNvSpPr txBox="1">
            <a:spLocks noGrp="1"/>
          </p:cNvSpPr>
          <p:nvPr>
            <p:ph type="body" idx="3"/>
          </p:nvPr>
        </p:nvSpPr>
        <p:spPr>
          <a:xfrm>
            <a:off x="8483999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1B40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8" name="Google Shape;388;p35"/>
          <p:cNvSpPr txBox="1">
            <a:spLocks noGrp="1"/>
          </p:cNvSpPr>
          <p:nvPr>
            <p:ph type="subTitle" idx="4"/>
          </p:nvPr>
        </p:nvSpPr>
        <p:spPr>
          <a:xfrm>
            <a:off x="1488017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9" name="Google Shape;389;p35"/>
          <p:cNvSpPr txBox="1">
            <a:spLocks noGrp="1"/>
          </p:cNvSpPr>
          <p:nvPr>
            <p:ph type="subTitle" idx="5"/>
          </p:nvPr>
        </p:nvSpPr>
        <p:spPr>
          <a:xfrm>
            <a:off x="4986008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35"/>
          <p:cNvSpPr txBox="1">
            <a:spLocks noGrp="1"/>
          </p:cNvSpPr>
          <p:nvPr>
            <p:ph type="subTitle" idx="6"/>
          </p:nvPr>
        </p:nvSpPr>
        <p:spPr>
          <a:xfrm>
            <a:off x="8483999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91" name="Google Shape;391;p35"/>
          <p:cNvSpPr txBox="1"/>
          <p:nvPr/>
        </p:nvSpPr>
        <p:spPr>
          <a:xfrm>
            <a:off x="11409045" y="6333135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ID" sz="1333" b="0" i="0" u="none" strike="noStrike" cap="none">
                <a:solidFill>
                  <a:srgbClr val="001B40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001B4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5"/>
          <p:cNvSpPr txBox="1">
            <a:spLocks noGrp="1"/>
          </p:cNvSpPr>
          <p:nvPr>
            <p:ph type="title"/>
          </p:nvPr>
        </p:nvSpPr>
        <p:spPr>
          <a:xfrm>
            <a:off x="1488016" y="567297"/>
            <a:ext cx="10128400" cy="3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35"/>
          <p:cNvSpPr txBox="1">
            <a:spLocks noGrp="1"/>
          </p:cNvSpPr>
          <p:nvPr>
            <p:ph type="subTitle" idx="7"/>
          </p:nvPr>
        </p:nvSpPr>
        <p:spPr>
          <a:xfrm rot="-5400000">
            <a:off x="-646800" y="4331367"/>
            <a:ext cx="2831200" cy="35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9713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2.sv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image" Target="../media/image1.pn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6A6099-F4CC-4E75-AE3D-402C367DC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211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E6A47-A51E-4874-8D8F-DAFB2A409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1609726"/>
            <a:ext cx="11256963" cy="4710112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7AAFE37-9720-4D82-97A0-A8FEA382343A}"/>
              </a:ext>
            </a:extLst>
          </p:cNvPr>
          <p:cNvPicPr>
            <a:picLocks noChangeAspect="1"/>
          </p:cNvPicPr>
          <p:nvPr userDrawn="1"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95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668" r:id="rId3"/>
    <p:sldLayoutId id="2147483651" r:id="rId4"/>
    <p:sldLayoutId id="2147483677" r:id="rId5"/>
    <p:sldLayoutId id="2147483678" r:id="rId6"/>
    <p:sldLayoutId id="2147483687" r:id="rId7"/>
    <p:sldLayoutId id="2147483688" r:id="rId8"/>
    <p:sldLayoutId id="2147483650" r:id="rId9"/>
    <p:sldLayoutId id="2147483679" r:id="rId10"/>
    <p:sldLayoutId id="2147483652" r:id="rId11"/>
    <p:sldLayoutId id="2147483672" r:id="rId12"/>
    <p:sldLayoutId id="2147483689" r:id="rId13"/>
    <p:sldLayoutId id="2147483659" r:id="rId14"/>
    <p:sldLayoutId id="2147483680" r:id="rId15"/>
    <p:sldLayoutId id="2147483660" r:id="rId16"/>
    <p:sldLayoutId id="2147483690" r:id="rId17"/>
    <p:sldLayoutId id="2147483654" r:id="rId18"/>
    <p:sldLayoutId id="2147483691" r:id="rId19"/>
    <p:sldLayoutId id="2147483674" r:id="rId20"/>
    <p:sldLayoutId id="2147483692" r:id="rId21"/>
    <p:sldLayoutId id="2147483655" r:id="rId22"/>
    <p:sldLayoutId id="2147483661" r:id="rId23"/>
    <p:sldLayoutId id="2147483662" r:id="rId24"/>
    <p:sldLayoutId id="2147483681" r:id="rId25"/>
    <p:sldLayoutId id="2147483682" r:id="rId26"/>
    <p:sldLayoutId id="2147483693" r:id="rId27"/>
    <p:sldLayoutId id="2147483694" r:id="rId28"/>
    <p:sldLayoutId id="2147483695" r:id="rId29"/>
    <p:sldLayoutId id="2147483696" r:id="rId30"/>
    <p:sldLayoutId id="2147483675" r:id="rId31"/>
    <p:sldLayoutId id="2147483676" r:id="rId32"/>
    <p:sldLayoutId id="2147483697" r:id="rId33"/>
    <p:sldLayoutId id="2147483664" r:id="rId34"/>
    <p:sldLayoutId id="2147483698" r:id="rId35"/>
    <p:sldLayoutId id="2147483671" r:id="rId36"/>
    <p:sldLayoutId id="2147483656" r:id="rId37"/>
    <p:sldLayoutId id="2147483685" r:id="rId38"/>
    <p:sldLayoutId id="2147483657" r:id="rId39"/>
    <p:sldLayoutId id="2147483684" r:id="rId40"/>
    <p:sldLayoutId id="2147483658" r:id="rId41"/>
    <p:sldLayoutId id="2147483699" r:id="rId42"/>
    <p:sldLayoutId id="2147483700" r:id="rId43"/>
    <p:sldLayoutId id="2147483701" r:id="rId4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100" kern="1200">
          <a:solidFill>
            <a:schemeClr val="tx2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294" userDrawn="1">
          <p15:clr>
            <a:srgbClr val="F26B43"/>
          </p15:clr>
        </p15:guide>
        <p15:guide id="4" pos="802" userDrawn="1">
          <p15:clr>
            <a:srgbClr val="F26B43"/>
          </p15:clr>
        </p15:guide>
        <p15:guide id="5" pos="893" userDrawn="1">
          <p15:clr>
            <a:srgbClr val="F26B43"/>
          </p15:clr>
        </p15:guide>
        <p15:guide id="6" pos="1400" userDrawn="1">
          <p15:clr>
            <a:srgbClr val="F26B43"/>
          </p15:clr>
        </p15:guide>
        <p15:guide id="7" pos="1491" userDrawn="1">
          <p15:clr>
            <a:srgbClr val="F26B43"/>
          </p15:clr>
        </p15:guide>
        <p15:guide id="8" pos="1999" userDrawn="1">
          <p15:clr>
            <a:srgbClr val="F26B43"/>
          </p15:clr>
        </p15:guide>
        <p15:guide id="9" pos="2090" userDrawn="1">
          <p15:clr>
            <a:srgbClr val="F26B43"/>
          </p15:clr>
        </p15:guide>
        <p15:guide id="10" pos="2597" userDrawn="1">
          <p15:clr>
            <a:srgbClr val="F26B43"/>
          </p15:clr>
        </p15:guide>
        <p15:guide id="11" pos="2688" userDrawn="1">
          <p15:clr>
            <a:srgbClr val="F26B43"/>
          </p15:clr>
        </p15:guide>
        <p15:guide id="12" pos="3196" userDrawn="1">
          <p15:clr>
            <a:srgbClr val="F26B43"/>
          </p15:clr>
        </p15:guide>
        <p15:guide id="13" pos="3286" userDrawn="1">
          <p15:clr>
            <a:srgbClr val="F26B43"/>
          </p15:clr>
        </p15:guide>
        <p15:guide id="14" pos="3794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393" userDrawn="1">
          <p15:clr>
            <a:srgbClr val="F26B43"/>
          </p15:clr>
        </p15:guide>
        <p15:guide id="17" pos="4483" userDrawn="1">
          <p15:clr>
            <a:srgbClr val="F26B43"/>
          </p15:clr>
        </p15:guide>
        <p15:guide id="18" pos="4991" userDrawn="1">
          <p15:clr>
            <a:srgbClr val="F26B43"/>
          </p15:clr>
        </p15:guide>
        <p15:guide id="19" pos="5082" userDrawn="1">
          <p15:clr>
            <a:srgbClr val="F26B43"/>
          </p15:clr>
        </p15:guide>
        <p15:guide id="20" pos="5589" userDrawn="1">
          <p15:clr>
            <a:srgbClr val="F26B43"/>
          </p15:clr>
        </p15:guide>
        <p15:guide id="21" pos="5680" userDrawn="1">
          <p15:clr>
            <a:srgbClr val="F26B43"/>
          </p15:clr>
        </p15:guide>
        <p15:guide id="22" pos="6188" userDrawn="1">
          <p15:clr>
            <a:srgbClr val="F26B43"/>
          </p15:clr>
        </p15:guide>
        <p15:guide id="23" pos="6279" userDrawn="1">
          <p15:clr>
            <a:srgbClr val="F26B43"/>
          </p15:clr>
        </p15:guide>
        <p15:guide id="24" pos="6786" userDrawn="1">
          <p15:clr>
            <a:srgbClr val="F26B43"/>
          </p15:clr>
        </p15:guide>
        <p15:guide id="25" pos="6877" userDrawn="1">
          <p15:clr>
            <a:srgbClr val="F26B43"/>
          </p15:clr>
        </p15:guide>
        <p15:guide id="26" pos="7385" userDrawn="1">
          <p15:clr>
            <a:srgbClr val="F26B43"/>
          </p15:clr>
        </p15:guide>
        <p15:guide id="27" orient="horz" userDrawn="1">
          <p15:clr>
            <a:srgbClr val="F26B43"/>
          </p15:clr>
        </p15:guide>
        <p15:guide id="28" orient="horz" pos="4320" userDrawn="1">
          <p15:clr>
            <a:srgbClr val="F26B43"/>
          </p15:clr>
        </p15:guide>
        <p15:guide id="29" orient="horz" pos="272" userDrawn="1">
          <p15:clr>
            <a:srgbClr val="F26B43"/>
          </p15:clr>
        </p15:guide>
        <p15:guide id="30" orient="horz" pos="519" userDrawn="1">
          <p15:clr>
            <a:srgbClr val="F26B43"/>
          </p15:clr>
        </p15:guide>
        <p15:guide id="31" orient="horz" pos="766" userDrawn="1">
          <p15:clr>
            <a:srgbClr val="F26B43"/>
          </p15:clr>
        </p15:guide>
        <p15:guide id="32" orient="horz" pos="1014" userDrawn="1">
          <p15:clr>
            <a:srgbClr val="F26B43"/>
          </p15:clr>
        </p15:guide>
        <p15:guide id="33" orient="horz" pos="1261" userDrawn="1">
          <p15:clr>
            <a:srgbClr val="F26B43"/>
          </p15:clr>
        </p15:guide>
        <p15:guide id="34" orient="horz" pos="1508" userDrawn="1">
          <p15:clr>
            <a:srgbClr val="F26B43"/>
          </p15:clr>
        </p15:guide>
        <p15:guide id="35" orient="horz" pos="1756" userDrawn="1">
          <p15:clr>
            <a:srgbClr val="F26B43"/>
          </p15:clr>
        </p15:guide>
        <p15:guide id="36" orient="horz" pos="2003" userDrawn="1">
          <p15:clr>
            <a:srgbClr val="F26B43"/>
          </p15:clr>
        </p15:guide>
        <p15:guide id="37" orient="horz" pos="2250" userDrawn="1">
          <p15:clr>
            <a:srgbClr val="F26B43"/>
          </p15:clr>
        </p15:guide>
        <p15:guide id="38" orient="horz" pos="2498" userDrawn="1">
          <p15:clr>
            <a:srgbClr val="F26B43"/>
          </p15:clr>
        </p15:guide>
        <p15:guide id="39" orient="horz" pos="2745" userDrawn="1">
          <p15:clr>
            <a:srgbClr val="F26B43"/>
          </p15:clr>
        </p15:guide>
        <p15:guide id="40" orient="horz" pos="2992" userDrawn="1">
          <p15:clr>
            <a:srgbClr val="F26B43"/>
          </p15:clr>
        </p15:guide>
        <p15:guide id="41" orient="horz" pos="3240" userDrawn="1">
          <p15:clr>
            <a:srgbClr val="F26B43"/>
          </p15:clr>
        </p15:guide>
        <p15:guide id="42" orient="horz" pos="3487" userDrawn="1">
          <p15:clr>
            <a:srgbClr val="F26B43"/>
          </p15:clr>
        </p15:guide>
        <p15:guide id="43" orient="horz" pos="3734" userDrawn="1">
          <p15:clr>
            <a:srgbClr val="F26B43"/>
          </p15:clr>
        </p15:guide>
        <p15:guide id="44" orient="horz" pos="3981" userDrawn="1">
          <p15:clr>
            <a:srgbClr val="F26B43"/>
          </p15:clr>
        </p15:guide>
        <p15:guide id="45" orient="horz" pos="42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4_model#cite_note-:1-2" TargetMode="External"/><Relationship Id="rId2" Type="http://schemas.openxmlformats.org/officeDocument/2006/relationships/hyperlink" Target="https://en.wikipedia.org/wiki/C4_model#cite_note-:0-1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7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9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7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8.xml"/><Relationship Id="rId4" Type="http://schemas.openxmlformats.org/officeDocument/2006/relationships/chart" Target="../charts/chart1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7" Type="http://schemas.openxmlformats.org/officeDocument/2006/relationships/image" Target="../media/image39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38.png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image" Target="../media/image45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4.png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svg"/><Relationship Id="rId7" Type="http://schemas.openxmlformats.org/officeDocument/2006/relationships/image" Target="../media/image51.sv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50.png"/><Relationship Id="rId5" Type="http://schemas.openxmlformats.org/officeDocument/2006/relationships/image" Target="../media/image49.svg"/><Relationship Id="rId4" Type="http://schemas.openxmlformats.org/officeDocument/2006/relationships/image" Target="../media/image48.png"/><Relationship Id="rId9" Type="http://schemas.openxmlformats.org/officeDocument/2006/relationships/image" Target="../media/image53.svg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svg"/><Relationship Id="rId7" Type="http://schemas.openxmlformats.org/officeDocument/2006/relationships/image" Target="../media/image59.sv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58.png"/><Relationship Id="rId11" Type="http://schemas.openxmlformats.org/officeDocument/2006/relationships/image" Target="../media/image63.svg"/><Relationship Id="rId5" Type="http://schemas.openxmlformats.org/officeDocument/2006/relationships/image" Target="../media/image57.sv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svg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75.svg"/><Relationship Id="rId3" Type="http://schemas.openxmlformats.org/officeDocument/2006/relationships/image" Target="../media/image65.svg"/><Relationship Id="rId7" Type="http://schemas.openxmlformats.org/officeDocument/2006/relationships/image" Target="../media/image69.svg"/><Relationship Id="rId12" Type="http://schemas.openxmlformats.org/officeDocument/2006/relationships/image" Target="../media/image74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8.png"/><Relationship Id="rId11" Type="http://schemas.openxmlformats.org/officeDocument/2006/relationships/image" Target="../media/image73.svg"/><Relationship Id="rId5" Type="http://schemas.openxmlformats.org/officeDocument/2006/relationships/image" Target="../media/image67.sv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svg"/></Relationships>
</file>

<file path=ppt/slides/_rels/slide10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7.svg"/><Relationship Id="rId18" Type="http://schemas.openxmlformats.org/officeDocument/2006/relationships/image" Target="../media/image66.png"/><Relationship Id="rId26" Type="http://schemas.openxmlformats.org/officeDocument/2006/relationships/image" Target="../media/image74.png"/><Relationship Id="rId39" Type="http://schemas.openxmlformats.org/officeDocument/2006/relationships/image" Target="../media/image87.svg"/><Relationship Id="rId21" Type="http://schemas.openxmlformats.org/officeDocument/2006/relationships/image" Target="../media/image69.svg"/><Relationship Id="rId34" Type="http://schemas.openxmlformats.org/officeDocument/2006/relationships/image" Target="../media/image82.png"/><Relationship Id="rId42" Type="http://schemas.openxmlformats.org/officeDocument/2006/relationships/image" Target="../media/image90.png"/><Relationship Id="rId47" Type="http://schemas.openxmlformats.org/officeDocument/2006/relationships/image" Target="../media/image95.svg"/><Relationship Id="rId50" Type="http://schemas.openxmlformats.org/officeDocument/2006/relationships/image" Target="../media/image98.png"/><Relationship Id="rId7" Type="http://schemas.openxmlformats.org/officeDocument/2006/relationships/image" Target="../media/image51.svg"/><Relationship Id="rId2" Type="http://schemas.openxmlformats.org/officeDocument/2006/relationships/image" Target="../media/image46.png"/><Relationship Id="rId16" Type="http://schemas.openxmlformats.org/officeDocument/2006/relationships/image" Target="../media/image64.png"/><Relationship Id="rId29" Type="http://schemas.openxmlformats.org/officeDocument/2006/relationships/image" Target="../media/image77.svg"/><Relationship Id="rId11" Type="http://schemas.openxmlformats.org/officeDocument/2006/relationships/image" Target="../media/image35.svg"/><Relationship Id="rId24" Type="http://schemas.openxmlformats.org/officeDocument/2006/relationships/image" Target="../media/image72.png"/><Relationship Id="rId32" Type="http://schemas.openxmlformats.org/officeDocument/2006/relationships/image" Target="../media/image80.png"/><Relationship Id="rId37" Type="http://schemas.openxmlformats.org/officeDocument/2006/relationships/image" Target="../media/image85.svg"/><Relationship Id="rId40" Type="http://schemas.openxmlformats.org/officeDocument/2006/relationships/image" Target="../media/image88.png"/><Relationship Id="rId45" Type="http://schemas.openxmlformats.org/officeDocument/2006/relationships/image" Target="../media/image93.svg"/><Relationship Id="rId53" Type="http://schemas.openxmlformats.org/officeDocument/2006/relationships/image" Target="../media/image101.png"/><Relationship Id="rId5" Type="http://schemas.openxmlformats.org/officeDocument/2006/relationships/image" Target="../media/image49.svg"/><Relationship Id="rId10" Type="http://schemas.openxmlformats.org/officeDocument/2006/relationships/image" Target="../media/image34.png"/><Relationship Id="rId19" Type="http://schemas.openxmlformats.org/officeDocument/2006/relationships/image" Target="../media/image67.svg"/><Relationship Id="rId31" Type="http://schemas.openxmlformats.org/officeDocument/2006/relationships/image" Target="../media/image79.svg"/><Relationship Id="rId44" Type="http://schemas.openxmlformats.org/officeDocument/2006/relationships/image" Target="../media/image92.png"/><Relationship Id="rId52" Type="http://schemas.openxmlformats.org/officeDocument/2006/relationships/image" Target="../media/image100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38.png"/><Relationship Id="rId22" Type="http://schemas.openxmlformats.org/officeDocument/2006/relationships/image" Target="../media/image70.png"/><Relationship Id="rId27" Type="http://schemas.openxmlformats.org/officeDocument/2006/relationships/image" Target="../media/image75.svg"/><Relationship Id="rId30" Type="http://schemas.openxmlformats.org/officeDocument/2006/relationships/image" Target="../media/image78.png"/><Relationship Id="rId35" Type="http://schemas.openxmlformats.org/officeDocument/2006/relationships/image" Target="../media/image83.svg"/><Relationship Id="rId43" Type="http://schemas.openxmlformats.org/officeDocument/2006/relationships/image" Target="../media/image91.svg"/><Relationship Id="rId48" Type="http://schemas.openxmlformats.org/officeDocument/2006/relationships/image" Target="../media/image96.png"/><Relationship Id="rId8" Type="http://schemas.openxmlformats.org/officeDocument/2006/relationships/image" Target="../media/image52.png"/><Relationship Id="rId51" Type="http://schemas.openxmlformats.org/officeDocument/2006/relationships/image" Target="../media/image99.svg"/><Relationship Id="rId3" Type="http://schemas.openxmlformats.org/officeDocument/2006/relationships/image" Target="../media/image47.svg"/><Relationship Id="rId12" Type="http://schemas.openxmlformats.org/officeDocument/2006/relationships/image" Target="../media/image36.png"/><Relationship Id="rId17" Type="http://schemas.openxmlformats.org/officeDocument/2006/relationships/image" Target="../media/image65.svg"/><Relationship Id="rId25" Type="http://schemas.openxmlformats.org/officeDocument/2006/relationships/image" Target="../media/image73.svg"/><Relationship Id="rId33" Type="http://schemas.openxmlformats.org/officeDocument/2006/relationships/image" Target="../media/image81.svg"/><Relationship Id="rId38" Type="http://schemas.openxmlformats.org/officeDocument/2006/relationships/image" Target="../media/image86.png"/><Relationship Id="rId46" Type="http://schemas.openxmlformats.org/officeDocument/2006/relationships/image" Target="../media/image94.png"/><Relationship Id="rId20" Type="http://schemas.openxmlformats.org/officeDocument/2006/relationships/image" Target="../media/image68.png"/><Relationship Id="rId41" Type="http://schemas.openxmlformats.org/officeDocument/2006/relationships/image" Target="../media/image89.sv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0.png"/><Relationship Id="rId15" Type="http://schemas.openxmlformats.org/officeDocument/2006/relationships/image" Target="../media/image39.svg"/><Relationship Id="rId23" Type="http://schemas.openxmlformats.org/officeDocument/2006/relationships/image" Target="../media/image71.svg"/><Relationship Id="rId28" Type="http://schemas.openxmlformats.org/officeDocument/2006/relationships/image" Target="../media/image76.png"/><Relationship Id="rId36" Type="http://schemas.openxmlformats.org/officeDocument/2006/relationships/image" Target="../media/image84.png"/><Relationship Id="rId49" Type="http://schemas.openxmlformats.org/officeDocument/2006/relationships/image" Target="../media/image97.svg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9BF8C-897C-5BCE-8242-92A3516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381F2D-F02C-FAB9-5BE8-F11C7455A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11473027" cy="1571625"/>
          </a:xfrm>
        </p:spPr>
        <p:txBody>
          <a:bodyPr/>
          <a:lstStyle/>
          <a:p>
            <a:r>
              <a:rPr lang="en-US" b="1" dirty="0"/>
              <a:t>Diagrams that make sense – C4 Model</a:t>
            </a:r>
            <a:endParaRPr lang="en-AU" b="1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D2E1798-EAB2-053A-DFED-EB5145D59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Francis Chung</a:t>
            </a:r>
          </a:p>
        </p:txBody>
      </p:sp>
    </p:spTree>
    <p:extLst>
      <p:ext uri="{BB962C8B-B14F-4D97-AF65-F5344CB8AC3E}">
        <p14:creationId xmlns:p14="http://schemas.microsoft.com/office/powerpoint/2010/main" val="2888756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86A23F2-7602-4B4E-9400-0E59C6F6A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945" y="2125665"/>
            <a:ext cx="7491505" cy="4270375"/>
          </a:xfrm>
        </p:spPr>
        <p:txBody>
          <a:bodyPr>
            <a:normAutofit/>
          </a:bodyPr>
          <a:lstStyle/>
          <a:p>
            <a:r>
              <a:rPr lang="en-AU" sz="2000" dirty="0"/>
              <a:t>Staff Engineer at Shift</a:t>
            </a:r>
          </a:p>
          <a:p>
            <a:endParaRPr lang="en-AU" sz="1800" dirty="0"/>
          </a:p>
          <a:p>
            <a:r>
              <a:rPr lang="en-AU" sz="2000" dirty="0"/>
              <a:t>Co-Organiser of </a:t>
            </a:r>
            <a:r>
              <a:rPr lang="en-AU" sz="2000" dirty="0" err="1"/>
              <a:t>Alt.Net</a:t>
            </a:r>
            <a:r>
              <a:rPr lang="en-AU" sz="2000" dirty="0"/>
              <a:t> &amp; DDD-AU Meetups</a:t>
            </a:r>
          </a:p>
          <a:p>
            <a:endParaRPr lang="en-ID" sz="2000" dirty="0"/>
          </a:p>
          <a:p>
            <a:r>
              <a:rPr lang="en-ID" sz="2000" dirty="0"/>
              <a:t>30+ years of experience in Banking, Finance, Fintech, Startups, EdTech, SAAS &amp; AI</a:t>
            </a:r>
          </a:p>
          <a:p>
            <a:endParaRPr lang="en-AU" sz="18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2C34361-DCAC-9B93-7CA9-DB00F54073B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05F2E26-8024-8CE8-E144-D6C0240ABD9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5239558-51CE-B6BB-0938-6AB1647E179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EE1EDD1-8595-9E70-089A-7590272D74C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47F0C1B9-7F28-B2D5-CD76-2B8F24F6E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Speaker Intro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593934B-A3EF-65B6-43E5-49D113783F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Francis Chung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BEB6354-8C94-BBEA-FA0A-DF30D885B64B}"/>
              </a:ext>
            </a:extLst>
          </p:cNvPr>
          <p:cNvSpPr txBox="1"/>
          <p:nvPr/>
        </p:nvSpPr>
        <p:spPr>
          <a:xfrm>
            <a:off x="1377538" y="172192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9049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52077A-81D3-4AC5-9C6C-F18865006C4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6726" y="6096000"/>
            <a:ext cx="3150233" cy="617537"/>
          </a:xfrm>
        </p:spPr>
        <p:txBody>
          <a:bodyPr/>
          <a:lstStyle/>
          <a:p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" name="Title 5">
            <a:extLst>
              <a:ext uri="{FF2B5EF4-FFF2-40B4-BE49-F238E27FC236}">
                <a16:creationId xmlns:a16="http://schemas.microsoft.com/office/drawing/2014/main" id="{3875F2D3-FC94-CDEC-D142-4E074E8FF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2806700"/>
            <a:ext cx="2929617" cy="622300"/>
          </a:xfrm>
        </p:spPr>
        <p:txBody>
          <a:bodyPr/>
          <a:lstStyle/>
          <a:p>
            <a:r>
              <a:rPr lang="en-US" sz="4800" b="1" dirty="0"/>
              <a:t>Agenda</a:t>
            </a:r>
            <a:endParaRPr lang="en-AU" sz="4800" b="1" dirty="0"/>
          </a:p>
        </p:txBody>
      </p:sp>
      <p:graphicFrame>
        <p:nvGraphicFramePr>
          <p:cNvPr id="19" name="Table 8">
            <a:extLst>
              <a:ext uri="{FF2B5EF4-FFF2-40B4-BE49-F238E27FC236}">
                <a16:creationId xmlns:a16="http://schemas.microsoft.com/office/drawing/2014/main" id="{13BB95A6-FA6D-C269-DB24-1103E501039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2906920"/>
              </p:ext>
            </p:extLst>
          </p:nvPr>
        </p:nvGraphicFramePr>
        <p:xfrm>
          <a:off x="4671200" y="1712265"/>
          <a:ext cx="6779306" cy="34334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9104">
                  <a:extLst>
                    <a:ext uri="{9D8B030D-6E8A-4147-A177-3AD203B41FA5}">
                      <a16:colId xmlns:a16="http://schemas.microsoft.com/office/drawing/2014/main" val="320119122"/>
                    </a:ext>
                  </a:extLst>
                </a:gridCol>
                <a:gridCol w="6210202">
                  <a:extLst>
                    <a:ext uri="{9D8B030D-6E8A-4147-A177-3AD203B41FA5}">
                      <a16:colId xmlns:a16="http://schemas.microsoft.com/office/drawing/2014/main" val="11161495"/>
                    </a:ext>
                  </a:extLst>
                </a:gridCol>
              </a:tblGrid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01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Quick Intro to C4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8369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02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Closer Look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35060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03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Tooling for C4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02223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04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Live Mayhem | Demo(</a:t>
                      </a:r>
                      <a:r>
                        <a:rPr lang="en-US" sz="1800" dirty="0" err="1">
                          <a:solidFill>
                            <a:schemeClr val="tx2"/>
                          </a:solidFill>
                        </a:rPr>
                        <a:t>lition</a:t>
                      </a: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) time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4838506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05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Q &amp; A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695040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6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7589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AA802-5302-6879-7814-5DB72F96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5D75EA0-21CF-04A8-E2DE-C28C13F0F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F811E63-E088-3D4A-D88E-4ECB47331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00EB6D6-41F1-1644-4BE7-1DAF191D31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367181-7BBF-B35F-7F0B-4271F000B70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6CB1F06-3370-CA5D-08E4-8D2F595E679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AE73EAFE-B8ED-FF38-73DB-0648BA9D3A4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5448DDC-0920-EA63-2FBE-A90917DD642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7650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7088-314C-46DA-7B2E-EB77BF775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53B9EEC-29DD-4639-B3E4-84CC8AF2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EA95D0-A8B3-7B79-807B-FB2DFC4DD0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ED53500-C796-4D7A-5DF1-76318A8D0A5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0B694FE-30FE-0B80-B4A7-77744A82079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C3F4C2C-DB8C-963F-B16C-77E7C7B43E8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E408C28-E0FC-6108-4419-D11A2015D7D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562;p55">
            <a:extLst>
              <a:ext uri="{FF2B5EF4-FFF2-40B4-BE49-F238E27FC236}">
                <a16:creationId xmlns:a16="http://schemas.microsoft.com/office/drawing/2014/main" id="{18ECA13E-9B9F-C80F-6F40-354B224E9037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57176" y="1609725"/>
            <a:ext cx="4676060" cy="42703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77638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2C5E6-4D70-9F8B-4D35-4B7A2D416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DCC33B3-2229-3B45-9944-EA4F2B16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Let’s play a Game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C8DF39E-CD46-7111-BC33-FE475CEB8F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Can some one tell me what the following diagrams are trying to describe?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FCB977F-A9A7-D763-63EA-91CFE40C840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173B750-FD85-185F-2D23-328383FB7A1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02C3C93D-0E50-1CF2-ACD8-75212C62C1A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73FAB4D-1115-148A-A62C-5DF3311DA601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0AB9A3-115B-4A38-FCC6-E47DC7B63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 descr="Image of You know I love a good guessing game,">
            <a:extLst>
              <a:ext uri="{FF2B5EF4-FFF2-40B4-BE49-F238E27FC236}">
                <a16:creationId xmlns:a16="http://schemas.microsoft.com/office/drawing/2014/main" id="{27FA0C1C-CA16-C752-02E8-0F2F2A73EF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478" y="1845870"/>
            <a:ext cx="7428784" cy="4178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2879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67D83-EE13-CC51-7098-81E8B3700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E24F52D-F5DF-C031-C392-7D755F234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183A4A8-BAED-9409-3D98-9B2AA1C045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CCD972B-70AB-31D6-A874-46500BD9A54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84EBD8E-9BC4-5F15-3C1D-7A76524B060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C54A9A3-7B59-D9B3-8919-E2C1B887FAB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6698F74-299B-05D9-54B3-C88CB585AA0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8C06BC-9A8A-0CBC-A64D-CF258B1A3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" name="Google Shape;584;p57">
            <a:extLst>
              <a:ext uri="{FF2B5EF4-FFF2-40B4-BE49-F238E27FC236}">
                <a16:creationId xmlns:a16="http://schemas.microsoft.com/office/drawing/2014/main" id="{6B7767ED-4E5B-E102-4E72-42EE939382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5539" y="402769"/>
            <a:ext cx="7852221" cy="616945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9699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>
          <a:extLst>
            <a:ext uri="{FF2B5EF4-FFF2-40B4-BE49-F238E27FC236}">
              <a16:creationId xmlns:a16="http://schemas.microsoft.com/office/drawing/2014/main" id="{25CF98C3-1C85-5A1D-F418-02FCF0AB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60">
            <a:extLst>
              <a:ext uri="{FF2B5EF4-FFF2-40B4-BE49-F238E27FC236}">
                <a16:creationId xmlns:a16="http://schemas.microsoft.com/office/drawing/2014/main" id="{90AF85C1-CD9E-2967-948E-8BC328B34B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88016" y="567298"/>
            <a:ext cx="10128251" cy="3687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ctr" anchorCtr="0">
            <a:noAutofit/>
          </a:bodyPr>
          <a:lstStyle/>
          <a:p>
            <a:endParaRPr dirty="0"/>
          </a:p>
        </p:txBody>
      </p:sp>
      <p:sp>
        <p:nvSpPr>
          <p:cNvPr id="602" name="Google Shape;602;p60">
            <a:extLst>
              <a:ext uri="{FF2B5EF4-FFF2-40B4-BE49-F238E27FC236}">
                <a16:creationId xmlns:a16="http://schemas.microsoft.com/office/drawing/2014/main" id="{9723638A-704F-838A-DF82-5554F4916863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 rot="-5400000">
            <a:off x="-646800" y="4331367"/>
            <a:ext cx="2831200" cy="355200"/>
          </a:xfrm>
          <a:prstGeom prst="rect">
            <a:avLst/>
          </a:prstGeom>
        </p:spPr>
        <p:txBody>
          <a:bodyPr spcFirstLastPara="1" vert="horz" wrap="square" lIns="0" tIns="0" rIns="0" bIns="0" rtlCol="0" anchor="ctr" anchorCtr="0">
            <a:noAutofit/>
          </a:bodyPr>
          <a:lstStyle/>
          <a:p>
            <a:endParaRPr/>
          </a:p>
        </p:txBody>
      </p:sp>
      <p:pic>
        <p:nvPicPr>
          <p:cNvPr id="3" name="Google Shape;590;p58">
            <a:extLst>
              <a:ext uri="{FF2B5EF4-FFF2-40B4-BE49-F238E27FC236}">
                <a16:creationId xmlns:a16="http://schemas.microsoft.com/office/drawing/2014/main" id="{3B116BF9-5EDB-8467-44AF-FC4D9EE90F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8016" y="73377"/>
            <a:ext cx="8816679" cy="67846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9954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7728C-57CF-3E9E-8C12-6860A6799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1D823D1-B7D8-A6F1-766D-C5CB834D5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40067F2-A909-E341-88AE-E6E705588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9D5F059-2538-AE96-8F4C-28DCD2C0B23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A48E7F6-05A8-5227-E4DB-AE25761B974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B395717-7AEE-9276-8D53-E558D9D6EEA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3FB2513-9405-F200-45CE-43F0BC40EAE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051A2E-9E17-4330-BEBD-C08D6A8D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Google Shape;596;p59">
            <a:extLst>
              <a:ext uri="{FF2B5EF4-FFF2-40B4-BE49-F238E27FC236}">
                <a16:creationId xmlns:a16="http://schemas.microsoft.com/office/drawing/2014/main" id="{2584C925-AEC6-911E-248F-EC7D0B2D30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6739" y="431799"/>
            <a:ext cx="7654134" cy="59943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2704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61239-2DA3-448B-B57F-B35B01C9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8EC2C3C-BFDD-6DF9-6F97-C54DAB2D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A3F288-97F1-E830-14FA-75C7383492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1B94128-06C4-139D-341B-4D1E0EB38EED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D9118010-9C57-F461-3240-F0EA0544FF3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83C5EE8D-9F9D-0A83-F811-548EA12CB00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042D3C5-56BE-9F05-C124-180883AD28E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35A57-06A3-0988-6466-A2F161CA4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86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820AF-6E36-6A38-627A-06BD5C7A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4CDA308-C76D-7B8E-61B8-EB5E48CDC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DB69438-633A-F986-37DB-8CFEF1C4EF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D7B216-340B-1C80-6009-36EFCE2129B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9F69C93-BCFC-8157-530E-40E2EE817276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9F04E3B-C389-7D44-E44E-6C99A7A9B08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679D9F0-5470-A74B-39C0-82B24F3535A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D22E3E98-9158-BF61-14D4-D13372E26E23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B0C48A12-B16C-83BC-4570-B50481C98291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F6DA16F3-DB1B-5B51-36D4-11A393C70C0D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7B6D2533-A484-F8AC-1E9D-70D88C534F8D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4DF338F0-96C6-2A0E-C39E-E63D65380266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A5784707-F4D6-CF7A-FB67-7BE052A7CC6A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96830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52A9-3CAF-6DDD-6678-7927911A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C31DB81-E35F-563F-4EB2-04CD6AAFF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3AA6241-36CC-C572-6048-8BCB52A08F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48A55C3-66EE-FBC0-F8A3-772764BAB6C0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2930903-1720-832C-9066-506674CB05F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17F3B8E-D066-E744-9B7C-602D164A542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64D046E-226F-BD48-B494-B5CB178C1B0E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60FACF10-B41C-3070-BDE5-6344B6A09E57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Quite often, the author seems to assume the audience knows a lot of missing context that is not obvious 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32A82267-063D-ED62-E748-D5FD7A41110F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E9A709BA-F8A6-2408-4A0D-AFCB9D6C542E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2FC324E7-AD78-4DB0-8327-609DFD03EDA0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A lot of context is missing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BECC6916-1C38-F0C2-8CB8-9252633FFA46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24E818DD-1AAE-5A5F-A851-13EB84DB967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62F630C4-AC6A-9687-878C-B8BDC2EA6545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01E2F5D5-0CFA-D2D6-4A67-95491608DEAD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42D2C0FC-6DE6-A2A7-638F-9CCB83BA2F8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182CEEBF-DA61-3375-FD0F-F34718AD822C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1F0E0067-D9EB-CA89-155E-1B758155B8F7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4B8B9A1E-A980-B5A3-2128-461F220D300B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149113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36D67-945C-E435-837E-0DB2B9017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129E4F7-E3CB-05C7-B761-87614BEDD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3427D76-80F3-DFA4-011D-25D4ED533F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95BBB1-5626-59F7-21EC-184BD8C131A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3687C52-75A2-6904-1479-B0E428D7804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98A3DB8D-B573-CD2E-DDAD-DD47BB63D7B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2E02B05-ECE0-8F69-BA0F-99E5FE588D71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90DCED94-B42D-CD65-E5D7-6BFA5C154E86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Quite often, the author seems to assume the audience knows a lot of missing context that is not obvious 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DE35DC38-5E7E-F078-E62C-E68B0A0DC3B5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7" name="Google Shape;609;p61">
            <a:extLst>
              <a:ext uri="{FF2B5EF4-FFF2-40B4-BE49-F238E27FC236}">
                <a16:creationId xmlns:a16="http://schemas.microsoft.com/office/drawing/2014/main" id="{F99720AA-3C96-97A6-FE36-41E5602AB394}"/>
              </a:ext>
            </a:extLst>
          </p:cNvPr>
          <p:cNvSpPr txBox="1">
            <a:spLocks/>
          </p:cNvSpPr>
          <p:nvPr/>
        </p:nvSpPr>
        <p:spPr>
          <a:xfrm>
            <a:off x="8416327" y="2688395"/>
            <a:ext cx="21527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Why should System Diagrams only be used by Developers? 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D2F34A3A-7383-1A2E-E610-2FAEA6EBEEA5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2CF36110-DAF5-33D7-A290-F9F61F1778FF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A lot of context is missing</a:t>
            </a:r>
          </a:p>
        </p:txBody>
      </p:sp>
      <p:sp>
        <p:nvSpPr>
          <p:cNvPr id="40" name="Google Shape;612;p61">
            <a:extLst>
              <a:ext uri="{FF2B5EF4-FFF2-40B4-BE49-F238E27FC236}">
                <a16:creationId xmlns:a16="http://schemas.microsoft.com/office/drawing/2014/main" id="{9AB06692-DE7C-F516-CA78-170CCCE48BEB}"/>
              </a:ext>
            </a:extLst>
          </p:cNvPr>
          <p:cNvSpPr txBox="1">
            <a:spLocks/>
          </p:cNvSpPr>
          <p:nvPr/>
        </p:nvSpPr>
        <p:spPr>
          <a:xfrm>
            <a:off x="7953912" y="168000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Intended audience could be bigger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C86254E6-1B34-01DE-F980-2441849AFE06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BFC465D2-C8BF-1D78-F086-C843E713154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38D37371-5B55-1F6C-2DF5-66366980E907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85266172-D0AE-ADE4-96F0-BC0BA8DC12B4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2D90A3D8-A528-BEEE-8E14-F2295C03086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7FE32054-E330-0BA2-4664-92C3BBCF09B1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7" name="Google Shape;620;p61">
            <a:extLst>
              <a:ext uri="{FF2B5EF4-FFF2-40B4-BE49-F238E27FC236}">
                <a16:creationId xmlns:a16="http://schemas.microsoft.com/office/drawing/2014/main" id="{90F6C413-1304-FC7B-7ACC-D2C1E00B6ED1}"/>
              </a:ext>
            </a:extLst>
          </p:cNvPr>
          <p:cNvGrpSpPr/>
          <p:nvPr/>
        </p:nvGrpSpPr>
        <p:grpSpPr>
          <a:xfrm>
            <a:off x="7934708" y="2652778"/>
            <a:ext cx="326501" cy="395100"/>
            <a:chOff x="1078549" y="1823750"/>
            <a:chExt cx="326501" cy="395100"/>
          </a:xfrm>
        </p:grpSpPr>
        <p:sp>
          <p:nvSpPr>
            <p:cNvPr id="48" name="Google Shape;621;p61">
              <a:extLst>
                <a:ext uri="{FF2B5EF4-FFF2-40B4-BE49-F238E27FC236}">
                  <a16:creationId xmlns:a16="http://schemas.microsoft.com/office/drawing/2014/main" id="{1276F61D-CB86-5D96-04E8-218C5B5E79E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622;p61">
              <a:extLst>
                <a:ext uri="{FF2B5EF4-FFF2-40B4-BE49-F238E27FC236}">
                  <a16:creationId xmlns:a16="http://schemas.microsoft.com/office/drawing/2014/main" id="{59C2611C-C7F2-A37D-E5EA-D334EDCAEC18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3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3C623187-C08A-AFA5-BE15-7EADDC158BD6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D0768794-B7FF-8E66-FB01-1B84E5AFBF4F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2" name="Google Shape;625;p61">
            <a:extLst>
              <a:ext uri="{FF2B5EF4-FFF2-40B4-BE49-F238E27FC236}">
                <a16:creationId xmlns:a16="http://schemas.microsoft.com/office/drawing/2014/main" id="{8C74C38B-6B52-1CC6-4C55-C5D600B6F11E}"/>
              </a:ext>
            </a:extLst>
          </p:cNvPr>
          <p:cNvCxnSpPr/>
          <p:nvPr/>
        </p:nvCxnSpPr>
        <p:spPr>
          <a:xfrm>
            <a:off x="8095817" y="3130552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0444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7D81B-AE9E-1E89-B75C-8607F4F50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C7787B8-41D0-7983-50FA-7128F7140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Common Problems with System Diagrams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796DFBC-7169-213D-B3E4-B540D4EED0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3424724-3368-1FD9-ECBF-9BAD962809E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FBB6962E-6F3A-8F6C-9529-ECA6AC1DB11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A5EC38E3-EA49-903F-AC3C-A0EF26A6693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E8FA64-E609-CD53-827C-4C759833B57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2F324A-B1CC-CE25-3076-D14D4537A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2000" dirty="0"/>
              <a:t> • Levels of </a:t>
            </a:r>
            <a:r>
              <a:rPr lang="en-ID" sz="2000" b="1" dirty="0"/>
              <a:t>abstraction</a:t>
            </a:r>
            <a:r>
              <a:rPr lang="en-ID" sz="2000" dirty="0"/>
              <a:t> are </a:t>
            </a:r>
            <a:r>
              <a:rPr lang="en-ID" sz="2000" b="1" dirty="0"/>
              <a:t>mixed</a:t>
            </a:r>
            <a:r>
              <a:rPr lang="en-ID" sz="2000" dirty="0"/>
              <a:t>.				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Notation</a:t>
            </a:r>
            <a:r>
              <a:rPr lang="en-ID" sz="2000" dirty="0"/>
              <a:t> (e.g. colour coding, shapes, etc) is not explained or is inconsistent.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The </a:t>
            </a:r>
            <a:r>
              <a:rPr lang="en-ID" sz="2000" b="1" dirty="0"/>
              <a:t>purpose</a:t>
            </a:r>
            <a:r>
              <a:rPr lang="en-ID" sz="2000" dirty="0"/>
              <a:t> and meaning of elements is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Relationships</a:t>
            </a:r>
            <a:r>
              <a:rPr lang="en-ID" sz="2000" dirty="0"/>
              <a:t> between elements are missing or ambiguous.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57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64A5-FAFA-E6B1-D7E3-511D5F349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204D8C8-2F26-22C4-A968-59205270E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Common Problems with System Diagrams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D24B141-0801-8DF8-4A1E-BD9308B09D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CFA6A3-0670-4765-FA8D-40BC9876315A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63DA9E1-EB4B-B3CC-5E3E-6790C7FEBAD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16B58FB-646A-CA34-36A8-A23451FF36A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9EED1FA-219A-3125-EEF8-0BC08325FF6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34E2F7-0429-316B-0CB9-184FDC053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2000" dirty="0"/>
              <a:t> • Levels of </a:t>
            </a:r>
            <a:r>
              <a:rPr lang="en-ID" sz="2000" b="1" dirty="0"/>
              <a:t>abstraction</a:t>
            </a:r>
            <a:r>
              <a:rPr lang="en-ID" sz="2000" dirty="0"/>
              <a:t> are </a:t>
            </a:r>
            <a:r>
              <a:rPr lang="en-ID" sz="2000" b="1" dirty="0"/>
              <a:t>mixed</a:t>
            </a:r>
            <a:r>
              <a:rPr lang="en-ID" sz="2000" dirty="0"/>
              <a:t>.				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Notation</a:t>
            </a:r>
            <a:r>
              <a:rPr lang="en-ID" sz="2000" dirty="0"/>
              <a:t> (e.g. colour coding, shapes, etc) is not explained or is inconsistent.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The </a:t>
            </a:r>
            <a:r>
              <a:rPr lang="en-ID" sz="2000" b="1" dirty="0"/>
              <a:t>purpose</a:t>
            </a:r>
            <a:r>
              <a:rPr lang="en-ID" sz="2000" dirty="0"/>
              <a:t> and meaning of elements is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Relationships</a:t>
            </a:r>
            <a:r>
              <a:rPr lang="en-ID" sz="2000" dirty="0"/>
              <a:t> between elements are missing or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Generic terms</a:t>
            </a:r>
            <a:r>
              <a:rPr lang="en-ID" sz="2000" dirty="0"/>
              <a:t> such as “business logic” are used.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Technology choices</a:t>
            </a:r>
            <a:r>
              <a:rPr lang="en-ID" sz="2000" dirty="0"/>
              <a:t> (or options, if doing up front design) are omitted.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Too </a:t>
            </a:r>
            <a:r>
              <a:rPr lang="en-ID" sz="2000" b="1" dirty="0"/>
              <a:t>much</a:t>
            </a:r>
            <a:r>
              <a:rPr lang="en-ID" sz="2000" dirty="0"/>
              <a:t> or too </a:t>
            </a:r>
            <a:r>
              <a:rPr lang="en-ID" sz="2000" b="1" dirty="0"/>
              <a:t>little</a:t>
            </a:r>
            <a:r>
              <a:rPr lang="en-ID" sz="2000" dirty="0"/>
              <a:t> </a:t>
            </a:r>
            <a:r>
              <a:rPr lang="en-ID" sz="2000" b="1" dirty="0"/>
              <a:t>detail</a:t>
            </a:r>
            <a:r>
              <a:rPr lang="en-ID" sz="2000" dirty="0"/>
              <a:t>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</a:t>
            </a:r>
            <a:r>
              <a:rPr lang="en-ID" sz="2000" dirty="0"/>
              <a:t> </a:t>
            </a:r>
            <a:r>
              <a:rPr lang="en-ID" sz="2000" b="1" dirty="0"/>
              <a:t>context</a:t>
            </a:r>
            <a:r>
              <a:rPr lang="en-ID" sz="2000" dirty="0"/>
              <a:t> or a </a:t>
            </a:r>
            <a:r>
              <a:rPr lang="en-ID" sz="2000" b="1" dirty="0"/>
              <a:t>logical starting point</a:t>
            </a:r>
            <a:r>
              <a:rPr lang="en-ID" sz="2000" dirty="0"/>
              <a:t>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2593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FA2B0-6846-CCF0-D16D-41C51E22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67BF4C3-EF60-24A1-E973-48584D07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So what is C4?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8CA7305-9333-F002-EE8E-B1FA32B9CE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F197014-8ACA-E248-00C4-9C4776360C4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E9FF87C-23FE-F1AC-05F2-E25B26D97DB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8AF1AEF2-D4AD-9FAC-20A0-3C6DEA00BB2A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DD7DC8F-E3F3-7641-579F-BCDD88293782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F09A90-16BD-C954-6D6C-7A9CD154E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102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3F19B-8F97-F11B-4001-928D6B1B5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3B80D8C-539D-9001-18A2-ADAE6D94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So what is C4?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4CDE19A-7DE4-0604-3633-717567ADBE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BC00EC9-0F16-A126-3221-FF837C5C4593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C280BC1-9F8B-2396-81DF-AE5C6EF6F1C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FF98D8F-E214-4363-79D4-B24A92FB093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4F9ECF-FAC7-6461-735E-B8680748820A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16C781-3535-4C6B-79DC-D5E49168B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0677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BF3CC-6B34-890A-8BF5-C4D72B414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1ED68B7-49D8-1A95-AFF7-511F9432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So what is C4?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22AC041-FB3F-1F61-323E-D9E6DBB4FF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6363C0D-CD62-AF71-6FB1-CCC599A847E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51CE78F-E3A3-2D38-6CDF-821DBE2CC71A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59262241-5590-74D2-5282-363E73A124FF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396F644-AFC6-2322-D9FB-FB98AC31F1E8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31DDD-84FB-4A23-7018-E4E8E59CB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Google Shape;641;p63">
            <a:extLst>
              <a:ext uri="{FF2B5EF4-FFF2-40B4-BE49-F238E27FC236}">
                <a16:creationId xmlns:a16="http://schemas.microsoft.com/office/drawing/2014/main" id="{F9043DB3-6317-9991-97DB-8B9A9509F88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7097" y="1911618"/>
            <a:ext cx="8075775" cy="410632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65688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7A331-3D39-D68C-E48F-83F89FA5B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2993AA1-7117-2322-9BC9-4BA8DECBB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is C4 (really)?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C21D258-A1B8-EA4E-0F80-071C68497F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E4549F6-93E9-ECA2-49E0-919E19C84C0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924B375-2E11-CAE5-B847-F73E3E89768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C16E7B7-17B0-1718-6E82-CA9F79F4B71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A637570-F100-D106-7CB6-4DD8033DD3C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C8B1E-D41C-7F41-34BD-7111F16F2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b="1" dirty="0"/>
              <a:t>Wikipedia</a:t>
            </a:r>
            <a:r>
              <a:rPr lang="en-ID" sz="1600" dirty="0"/>
              <a:t> : “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The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C4 model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is a lean graphical notation technique for modelling the architecture of software systems.</a:t>
            </a:r>
            <a:r>
              <a:rPr lang="en-ID" sz="1600" baseline="30000" dirty="0">
                <a:solidFill>
                  <a:srgbClr val="3366CC"/>
                </a:solidFill>
                <a:highlight>
                  <a:srgbClr val="FFFFFF"/>
                </a:highlight>
                <a:uFill>
                  <a:noFill/>
                </a:uFill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ID" sz="1600" baseline="30000" dirty="0">
                <a:solidFill>
                  <a:srgbClr val="3366CC"/>
                </a:solidFill>
                <a:highlight>
                  <a:srgbClr val="FFFFFF"/>
                </a:highlight>
                <a:uFill>
                  <a:noFill/>
                </a:uFill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It is based on a structural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decomposition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of a system into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containers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and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components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My Take 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: “C4 model is an attempt to address deficiencies with traditional diagramming techniques by incorporating an ubiquitous vocabulary of well defined notation and components, to describe a system using multiple diagrams that represent different levels of abstractions and details”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Invented by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Simon Brown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, Author, Software Architect &amp; Frequent Flyer from the UK</a:t>
            </a:r>
          </a:p>
          <a:p>
            <a:endParaRPr lang="en-US" dirty="0"/>
          </a:p>
        </p:txBody>
      </p:sp>
      <p:pic>
        <p:nvPicPr>
          <p:cNvPr id="2" name="Google Shape;649;p64">
            <a:extLst>
              <a:ext uri="{FF2B5EF4-FFF2-40B4-BE49-F238E27FC236}">
                <a16:creationId xmlns:a16="http://schemas.microsoft.com/office/drawing/2014/main" id="{4F8BEC20-88E7-B2F4-FD72-DF9027E439F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6725" y="4310062"/>
            <a:ext cx="3048000" cy="1714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16741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9C84A-A223-9F2C-AEF1-AA23F8BFC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6D1BB36-20EC-300B-1636-6783F7419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What is C4 isn’t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88B8C03-9A89-FA0D-8912-7F0D7A70A3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B67AFAC-A1BC-5307-3D72-AC8DD55D4DCF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7E4F3A30-DED0-99C7-567D-7787C3B2A50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4E529D9-28B9-9E4E-770E-734CE94904B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B75522D-0B91-7AB6-C163-E7F04E12D1DD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7BECE-7F67-7278-090B-CFCF64B15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It is not intended to replace your favourite beloved diagrams like 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UML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Entity Relationship diagrams (ERD)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Sequence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Infrastructure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Deployment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Business Process Model Notation (BPMN)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etc etc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3519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85818-3649-71A8-1F67-D2E858333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EF2ED45A-0DF9-EFE2-9A6E-5659F642E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C4 in a nutshell (TLDR)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5240B10-5CC7-0424-2A2D-6830964559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E18EFA9-2D14-6295-3FB4-4CE547C5FF9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3AF42B4-1B5F-152A-4E78-EAC7D4D9B99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05B6DAD-228E-D470-B48A-7FB763F5BB8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3E8AB1-0923-C668-3674-2262EC6122B6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E617E-43D1-62F3-0D6B-FE376D160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b="1" dirty="0"/>
              <a:t>Think if Google Maps were a system diagram with different zoom levels</a:t>
            </a:r>
            <a:endParaRPr lang="en-US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endParaRPr lang="en-US" dirty="0"/>
          </a:p>
        </p:txBody>
      </p:sp>
      <p:pic>
        <p:nvPicPr>
          <p:cNvPr id="2" name="Google Shape;664;p66">
            <a:extLst>
              <a:ext uri="{FF2B5EF4-FFF2-40B4-BE49-F238E27FC236}">
                <a16:creationId xmlns:a16="http://schemas.microsoft.com/office/drawing/2014/main" id="{8B6157BB-5D0E-9773-2FF5-7E93DDA1685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-598" t="-7700" r="19692" b="7700"/>
          <a:stretch/>
        </p:blipFill>
        <p:spPr>
          <a:xfrm>
            <a:off x="466724" y="2530010"/>
            <a:ext cx="9356723" cy="25769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34822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B2C9-E20B-CFDF-9100-DE40C0B1F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E6D305C-CE6E-40D3-1401-027E03D1A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are the 4 Cs in C4?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B82C708-6972-02D4-76A4-C3AD12D72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8799066-882B-1D5F-12FD-80F68B66610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FB952088-A9C4-FDB5-C11A-E31664B9EAA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97C530E-C230-2AD5-B058-65390A45E21F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A886B40-1F78-98DF-9EBC-7577DDC9885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71;p67">
            <a:extLst>
              <a:ext uri="{FF2B5EF4-FFF2-40B4-BE49-F238E27FC236}">
                <a16:creationId xmlns:a16="http://schemas.microsoft.com/office/drawing/2014/main" id="{15B6C034-DC1A-B4D2-3DBF-A8BAC78A184C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1160" y="1334403"/>
            <a:ext cx="6589854" cy="49854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0525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D8E00-3E21-2816-C217-BD77BC97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18580E6-B6A9-FC3A-469F-5A5EFA15D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DBDF23-F3E9-B10F-A6BF-93FB059878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2C2D9D3-4922-8FF6-0AF4-238A65342F0D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DE867C81-A71F-1141-FEA3-1F95C4D4929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5E27DBB1-459C-4928-276D-330BAD5A0B7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8CCBA5-C926-C08D-28D9-CD4FD553ECC9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A0F8F8-ABDF-94D6-0F64-1671CE9C5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27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8F29C-C422-5883-9569-9C8754506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5D62D7F-6E7C-EE1B-41BF-DBF34275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88F4C13-69DD-C2DD-54D0-0B4F558470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9E5323A-7109-B536-3736-6D85D67D9457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79A9FC0-68B0-C33D-7606-A7AA79A6E8E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FDC6D0A-EEDA-8D91-3417-C37C33A82C63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4C3BEE-D2BB-6DAC-EAFB-836DB20CD44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9C6818-E597-70AC-38FD-6B4636BE2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4875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0018A-3A9A-BDD9-1F57-F2643F1B2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FBD34B8-0DC7-4CEF-CFD0-5954BC96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DF991A3-115E-BA61-21BB-CA341848A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BB8C692-2B11-24F8-F572-3972649E780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AFE3DF1D-4EE7-6318-C5D6-5591223BD1C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6172A6E-375E-2FF6-C605-B061B4FEB88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47600B-2F4B-0C3F-308F-9B95C5C242E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910650-36E3-AA5A-7DE9-AC6819A72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7872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1E5AB-66DA-FA21-A80E-4D5C8C384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07175C3-426F-C62D-6214-BC76E3C92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517B96-9F34-3716-6610-D84D5CF3EC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3285658-82DB-A6DD-721D-D38CA6F906C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D4D9A58-77D7-EA7B-4805-9DFDD336810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F843D2C-BB20-AFB6-987C-109BF349D5E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195F565-365A-1913-D81F-2D557597CA4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0691A3-6ADF-A1DD-4307-5AB823286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– Deployable Unit that executes code or stores data    (NOT DOCKER !)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40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3F902-2B4E-CFF1-D6D0-79960148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C87BBAF-2A72-770C-3D67-5A455319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3B7B791-05EC-DDAE-AF00-53B9BCB69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39D99A0-B102-8872-1220-1A9D34C6A0E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E8DCFB46-ADDD-EDFB-215C-6E29E31EE4B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B710BCB-5D69-A39C-A5C7-7E435738DBB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F38EDE-ED72-893E-40CB-C26757DD9D9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5D95A-4899-DB69-6C7A-A913A338A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– Deployable Unit that executes code or stores data    (NOT DOCKER !)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– Functional unit within a Container that can’t be deployed (</a:t>
            </a:r>
            <a:r>
              <a:rPr lang="en-ID" sz="1800" b="1" dirty="0" err="1">
                <a:latin typeface="Libre Franklin"/>
                <a:ea typeface="Libre Franklin"/>
                <a:cs typeface="Libre Franklin"/>
                <a:sym typeface="Libre Franklin"/>
              </a:rPr>
              <a:t>e.g</a:t>
            </a: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classes, modules)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1239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2C4CB-317A-EAB9-AA98-31D85C1D9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73B71DE-CFF9-1650-DF7D-5D6650FA8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… and some other key features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F065572-A188-6704-58E0-93BA068022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7B2F057-C14D-BE59-201F-531F7C1AA2E8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B1757AC-9E9D-8305-E7C1-BD801D06944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D0F78D4B-652F-A900-1087-617339144D8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4AF676-DD14-0BFC-BDE1-3544A4DED7A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F90CE3-6CCB-F9D0-98F2-CFC259AA4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4907" y="1862139"/>
            <a:ext cx="11256963" cy="4710112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Name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Description – Because names aren’t enough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Arrows have descriptions too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A Title 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9065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5131-9B07-61C8-0CAA-8AE50249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88C97F2-A95B-6052-4ECF-D1FC7C05F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Context (or System Context)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35FBE4-6729-835D-CD2A-21CE2395C4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94F78A0-3338-DBCB-5931-3560829C949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6034BF6-7850-E279-DFFB-12D4AA5A0E4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0B77617-E707-62D4-D520-D11F7BF72CB2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734EB01-F4BC-A084-4184-791ECA63305D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92;p70">
            <a:extLst>
              <a:ext uri="{FF2B5EF4-FFF2-40B4-BE49-F238E27FC236}">
                <a16:creationId xmlns:a16="http://schemas.microsoft.com/office/drawing/2014/main" id="{E87B1552-3194-0076-D41D-F01384977F95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1953" y="1225551"/>
            <a:ext cx="6156595" cy="50942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032400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585B1-54F3-E8F1-129A-0984AAD7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93D096C-4ED7-EA93-79BB-1CAD640C1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Context (or System Context)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5CAC410-BF30-9A6F-3EE7-5B8066A4B3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663E85C-BC07-24EF-971E-1069F8BBF4C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1654CB8-5CF8-E590-4531-D7210970FCA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C310FA4-EA3E-746D-EEE8-FAEC8976DBF0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EFB67D-59B8-D6EB-DACB-0B6B5BF05D4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92;p70">
            <a:extLst>
              <a:ext uri="{FF2B5EF4-FFF2-40B4-BE49-F238E27FC236}">
                <a16:creationId xmlns:a16="http://schemas.microsoft.com/office/drawing/2014/main" id="{E9F3DCED-39BE-5598-C857-D2A31D0E004A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1330" y="1685927"/>
            <a:ext cx="5846683" cy="471011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690EEE-A6AB-154E-D491-EBD8BECA2B7A}"/>
              </a:ext>
            </a:extLst>
          </p:cNvPr>
          <p:cNvSpPr txBox="1"/>
          <p:nvPr/>
        </p:nvSpPr>
        <p:spPr>
          <a:xfrm>
            <a:off x="142504" y="2581020"/>
            <a:ext cx="6151418" cy="2509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The focus is on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People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Software Systems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The focus is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NOT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Perfect place to show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non technical people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to open up discussions</a:t>
            </a:r>
            <a:r>
              <a:rPr lang="en-ID" sz="1800" dirty="0">
                <a:latin typeface="Libre Franklin"/>
                <a:ea typeface="Libre Franklin"/>
                <a:cs typeface="Libre Franklin"/>
                <a:sym typeface="Libre Franklin"/>
              </a:rPr>
              <a:t>	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0018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29B0-40DF-BB7C-7171-9D6B52793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8BDE51B-DFF5-EC87-8549-7A821858A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What is the point of diagrams simple as L1?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385EA11-F7F1-B6D4-51B3-2789E6AD67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EC92F1B-259B-9BAD-C28B-C2B76AB8312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3F94717-161D-DF0F-6955-5E71E5B23226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0929D1E-1B23-0D6E-67B5-634DA23478D5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E4D85A-CDD3-FB33-2BF0-F3A93CC2F4A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463C8A-3F7C-6317-BEC2-7252D7A4D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45720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Simplicity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actually is the key feature here.</a:t>
            </a:r>
          </a:p>
          <a:p>
            <a:pPr lvl="0" indent="457200">
              <a:lnSpc>
                <a:spcPct val="110000"/>
              </a:lnSpc>
              <a:spcAft>
                <a:spcPts val="0"/>
              </a:spcAft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				</a:t>
            </a: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All context and scope of the system is explicit, so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 assumptions.</a:t>
            </a:r>
          </a:p>
          <a:p>
            <a:pPr marL="9144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b="1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what is being added (from a high-level) to an existing environment</a:t>
            </a:r>
          </a:p>
          <a:p>
            <a:pPr marL="9144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It’s a high-level diagram that technical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non-technical people can use 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as a starting point for discussions.</a:t>
            </a:r>
          </a:p>
          <a:p>
            <a:pPr lvl="0">
              <a:lnSpc>
                <a:spcPct val="115000"/>
              </a:lnSpc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>
              <a:lnSpc>
                <a:spcPct val="115000"/>
              </a:lnSpc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starting point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for identifying who you potentially need to go and talk to as far as understanding inter-system interfaces is concerned.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614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4EF3E-E42C-672A-48CB-E6A8783BD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AC62BA3-99CE-1BD8-DAB3-A19091109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Context (or System Context)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A8EB5BE-01DB-BF77-3B14-CAD83C2B7C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CBE856-92C3-89E0-AFF5-B065CBA2A870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3C3C1BD8-5602-286E-9AD1-B71C3F652FF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68B8280-8312-84D8-918C-11C8364527D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11C26C2-4C86-8987-8458-7EEC9780F038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92;p70">
            <a:extLst>
              <a:ext uri="{FF2B5EF4-FFF2-40B4-BE49-F238E27FC236}">
                <a16:creationId xmlns:a16="http://schemas.microsoft.com/office/drawing/2014/main" id="{4DACCFE4-99F9-E367-786A-1B267EA7A59A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1953" y="1225551"/>
            <a:ext cx="6156595" cy="50942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735973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22950-1D2C-D32F-A106-0A11BDAB8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144F5B0-7E4A-0D99-0352-7E090652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6753550-1180-EAB4-4EB8-25922EF494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744808-B4BD-2B59-55B8-9FC1616474F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2D123F10-B44B-988D-3BBB-D375DD9EC2D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03956DC-F33A-9737-8B73-C727A3E48E9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77316DA-B4B0-4923-915E-509418A892D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1241BCB5-5A32-4201-0F13-9567AAA37128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5749" y="1609725"/>
            <a:ext cx="6638914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879786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6C954-5F6B-7F0C-A3D6-F10E19567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02AB89D-1029-B1BA-7584-B2CDA48E3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B5559CE-34DC-1DA3-17E4-348845AA86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A546C5E-018A-9C72-D5A4-A21E30EC873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32B3DD58-8AA1-3897-46C6-897572C1BE38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D9C8903-CAAF-07E2-05F3-603863D799F3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3D96BBA-68A4-AFB7-C3A9-5F53A0EEC7E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ECFD85F7-DC2D-74E6-6187-9A3307069BE1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7069" y="1626739"/>
            <a:ext cx="6638914" cy="471011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28AC511-094D-9F3B-42C1-274B30677ED5}"/>
              </a:ext>
            </a:extLst>
          </p:cNvPr>
          <p:cNvSpPr txBox="1"/>
          <p:nvPr/>
        </p:nvSpPr>
        <p:spPr>
          <a:xfrm>
            <a:off x="236017" y="2022044"/>
            <a:ext cx="4430986" cy="2813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It’s a high-level technology focussed diagram that is useful for technical people like Devs, Architects, Support etc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	</a:t>
            </a:r>
          </a:p>
          <a:p>
            <a:pPr marL="457200" lvl="0" indent="-3175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major technology choices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how they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used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and how containers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communicate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with each other.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0372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C7CF7-041D-396E-E6A6-6EEA80E87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64865B6-DFAF-C351-D4B0-CB0CE8E19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9BDF869-F260-86F3-65FF-5F4D1510FB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7A1B58D-F93D-2ECD-F926-4E24AA6F96D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19D49AA-5CC7-9689-1DAF-49979FF150A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6735224-355D-09A6-3D10-3F4E2CC8635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1611117-2F82-20D6-D998-76B21EB92B7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0778C6C9-21AD-633E-80E3-83AC2C09B707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5749" y="1609725"/>
            <a:ext cx="6638914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488317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B144A-B091-3DB7-76AA-5F7A618AB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ED0465B-5197-5D8F-69F4-D55031507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L3 - Component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BD2F618-99F5-B5CB-C942-0CC237686B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042217E-0E29-1832-A39B-A2326038F02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00AF7EC-B764-BE0A-2133-7D4798EAE72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9F323E9-5B0E-013B-F008-6A929C4F7F9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9146C1-7EAD-433C-A296-F0C6740F8E4A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41;p77">
            <a:extLst>
              <a:ext uri="{FF2B5EF4-FFF2-40B4-BE49-F238E27FC236}">
                <a16:creationId xmlns:a16="http://schemas.microsoft.com/office/drawing/2014/main" id="{F1D68212-39E5-3A53-0167-42036F1AE8F3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22" y="1609725"/>
            <a:ext cx="6653969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551920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5348B-6628-9344-9680-DB86DDD77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53E3ADD-40CD-7E89-F378-79387BBF5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L3 – Component Level (Key Points)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6BBE272-FC70-7924-67C4-DA51123F13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554DFA3-D05D-C97D-9475-BC05355D9EC3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5C63DC2-98AB-F812-60D6-3B7FCE181B2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E234E38-A9DA-0292-5342-66F6D4750BD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255763A-FD09-0226-0CF4-55BFA1DF64F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B69D17-2354-5F74-277C-CF3751C62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high-level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decomposition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of a container into components, each with distinct responsibilities.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where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relationships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dependencies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between components.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high-level summary of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implementation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details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including any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frameworks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or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libraries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being used.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158750" lvl="0">
              <a:lnSpc>
                <a:spcPct val="115000"/>
              </a:lnSpc>
              <a:spcAft>
                <a:spcPts val="0"/>
              </a:spcAft>
              <a:buSzPts val="1100"/>
            </a:pP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69145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6266-047B-7720-5054-8971F4FD9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30B3C98-6C10-768B-387C-9BE16EEED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L3 – Component Level (Key Points)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E7CE189-99D7-8E2B-2A4D-FD3562F829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78BDF84-0CF7-79D4-DE3A-6477951D3037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24038754-0963-3C86-3CC4-8F890F0DA9A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AC4EE9D-FFD3-59F6-97FE-88D5F2184D2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8A7FD3A-2C42-FD2C-C57E-97BDDF8B44F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66F321-F4E8-4C40-E6B3-53E2A4C0F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high-level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decomposition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of a container into components, each with distinct responsibilities.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where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relationships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dependencies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between components.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high-level summary of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implementation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details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including any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frameworks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or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libraries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being used.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If the components shown on the diagram can be explicitly mapped to the code, you have a good way to really understand the structure of a codebase. </a:t>
            </a:r>
          </a:p>
          <a:p>
            <a:pPr marL="4572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C4 diagrams are great for onboarding new technical staff, arguably L3 the most useful to some (and L2 to others)</a:t>
            </a:r>
          </a:p>
          <a:p>
            <a:pPr marL="4572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Many adopt is an optional level of detail for long-lived documentation, because of the potentially high degree of effort involved in creating the diagrams, and keeping them up to date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4101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86541-8235-5AC6-B105-2807CB11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A8F36D7-F217-0241-27AA-06483666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L3 - Component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D7D5832-81E2-7730-0A19-012DA988EA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16B59F9-1395-C8FB-2E97-27E7207F4C9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9259A17-B4C8-F7C1-EEDE-6A463ADBDC6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EF1DB7D-999F-0A41-BF2C-A80071FDC7FD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86AD4E8-FB9E-3884-2EE4-9252F8A731B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41;p77">
            <a:extLst>
              <a:ext uri="{FF2B5EF4-FFF2-40B4-BE49-F238E27FC236}">
                <a16:creationId xmlns:a16="http://schemas.microsoft.com/office/drawing/2014/main" id="{E5AF5B55-8395-10A0-500A-6494DA8D9414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22" y="1609725"/>
            <a:ext cx="6653969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04113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5B8A2-F974-FA90-7999-E7D83A86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D9DB790-ACEF-60F6-C70D-A184FDBCC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L4 - Code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AC3518-1BE9-33CC-7013-8D13127308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61F8F42-7D9F-948E-A10E-F8F9FC953E0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C0FE40C-9EE7-4713-3CC9-CD44AE63313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76B14E5-A6ED-8570-84CA-3681C2ACA56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DB5004B-F027-C4E0-FE60-DEADBD55636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62;p80">
            <a:extLst>
              <a:ext uri="{FF2B5EF4-FFF2-40B4-BE49-F238E27FC236}">
                <a16:creationId xmlns:a16="http://schemas.microsoft.com/office/drawing/2014/main" id="{F112124A-D4CA-B05D-4755-473A87D76AC4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6469" y="1295178"/>
            <a:ext cx="6056897" cy="49625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67977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3DCE2-39DA-05C4-9D16-F01F70A1E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0CE155D-5301-EB0C-4925-2026D7732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L4 – Code (</a:t>
            </a:r>
            <a:r>
              <a:rPr lang="en-AU" b="1" dirty="0" err="1"/>
              <a:t>Keypoints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175AB7-3F50-DFC0-2F1B-92CAC9FE3B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1CD1255-416F-9718-6212-7EAD7E2ED20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B6AB8A50-366B-2697-D876-0289399D1B4D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0665920C-C9FC-DE5F-EB95-5A2A86565F2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B89D28A-AFFE-5266-7CFE-73560D3D285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62;p80">
            <a:extLst>
              <a:ext uri="{FF2B5EF4-FFF2-40B4-BE49-F238E27FC236}">
                <a16:creationId xmlns:a16="http://schemas.microsoft.com/office/drawing/2014/main" id="{C6801AFA-CF9E-1CCC-E8F6-019CDCAAC4B2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6000" y="1225551"/>
            <a:ext cx="6056897" cy="496252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5F045E-241D-A2F7-C0FD-A929D7F24FEF}"/>
              </a:ext>
            </a:extLst>
          </p:cNvPr>
          <p:cNvSpPr txBox="1"/>
          <p:nvPr/>
        </p:nvSpPr>
        <p:spPr>
          <a:xfrm>
            <a:off x="317665" y="1689424"/>
            <a:ext cx="5275613" cy="4174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Map the high-level, coarse-grained components into real-world code elements.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It helps to bridge the software </a:t>
            </a:r>
            <a:r>
              <a:rPr lang="en-ID" b="1" dirty="0"/>
              <a:t>architecture</a:t>
            </a:r>
            <a:r>
              <a:rPr lang="en-ID" dirty="0"/>
              <a:t> and the </a:t>
            </a:r>
            <a:r>
              <a:rPr lang="en-ID" b="1" dirty="0"/>
              <a:t>code, </a:t>
            </a:r>
            <a:r>
              <a:rPr lang="en-ID" dirty="0"/>
              <a:t>which are very different.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Please use a </a:t>
            </a:r>
            <a:r>
              <a:rPr lang="en-ID" b="1" dirty="0"/>
              <a:t>tool</a:t>
            </a:r>
            <a:r>
              <a:rPr lang="en-ID" dirty="0"/>
              <a:t> to generate this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Can get very messy very quickly, so </a:t>
            </a:r>
            <a:r>
              <a:rPr lang="en-ID" b="1" dirty="0"/>
              <a:t>limit your scope</a:t>
            </a:r>
            <a:r>
              <a:rPr lang="en-ID" dirty="0"/>
              <a:t> when generating</a:t>
            </a:r>
          </a:p>
        </p:txBody>
      </p:sp>
    </p:spTree>
    <p:extLst>
      <p:ext uri="{BB962C8B-B14F-4D97-AF65-F5344CB8AC3E}">
        <p14:creationId xmlns:p14="http://schemas.microsoft.com/office/powerpoint/2010/main" val="34408476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D3E22-3797-043E-84F8-019E89EBC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B939843-02B4-217F-9D6E-F33D8BFE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0D2CEA7-F37A-0F6D-C066-2899B49D90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73358A9-D677-DDE6-7CF6-3D2087217EB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6C747BD-D316-0D03-DC09-BF6BDCEAE64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3F530FA-21FE-D6E4-CD9C-5DDCA4EC893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D1886D4-6BD5-A61D-24BB-9126A4CBD68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59C3-0375-E9FC-2CB1-65364C68E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9209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919-79D1-50EF-B193-8D5EAD0D4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E95B56D-12F7-C331-89B8-97F48DFD0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67763D-3FE1-E57A-609D-D01345A950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8305D-ACF9-F20A-FF22-453D571E64EB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69AD534-CB25-A446-4002-448F5328FF4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F6036B8-1AFB-04B9-3B6E-498C62BF6E0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51460F-82AE-0B19-57D3-C89B4E228F5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30D907-9539-CFDA-870B-F2932E6CA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4685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D620C-7519-D4AA-CADF-7DDA1637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D58C400-0521-7CF0-A002-3B802AA1B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F2FA72-AE82-AB4F-43BD-C8B9CC2D6E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ECE4DCA-EE1E-2C2D-9300-62B330F8484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39FF5489-E893-41DF-BE5F-D3EA8A55106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BC5FC21-13E4-E4C3-274F-C9771651616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344168A-CAFA-A87F-BBF7-A5162C7A5F9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8A2A12-4E41-F4A1-BA3D-219DF6158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06782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241C6-CA57-B061-B950-B2274AD38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210196D-C2EF-18D8-420E-629CC6E06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896D8BA-430C-F12F-957C-9E1DC8C33B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E2C4D06-CF3E-DAE4-1638-41227B7FB44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72FEEA53-C132-927B-44DC-F6A4B268976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8F0D9B9-6F0F-A8CF-AD16-7FAD23BB261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FA72D90-136A-A6CF-DB5B-C709B3A5B712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8D41A-D9BA-5228-E45E-1A59C09BE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0473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FD205-94CA-4DFB-BD04-D6167E8DC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3CF2714-5091-1F8E-CA0F-A398E89A6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99B6A3-29DD-B396-B29E-B2A6F6B4D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6045C8D-372A-CAC9-A9AB-8CD55C1CAE2F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24167E7-015B-F1B7-C08D-99D6A065536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E0A298D-4A8E-057B-D724-B22083E0FE40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C2D416F-7F02-CA19-0C69-BF1059FCD4DA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4626B-6F74-C928-DF48-B9612F69B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8686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9AF9C-D84B-7D24-BDB2-8C633FC9E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7E8FD56-85AE-0358-10F9-C47562AF3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CF695B7-AA94-B6F5-CA73-64B60C91A4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79131D2-F433-0CD8-39DF-7222BEC2339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B1C1F53-196B-EE07-66D6-DFCDCEB7AB4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1F00D78-B2FF-2B60-CAEC-9B3E91229D0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097E715-84F5-DD37-08F2-D8770A87F4C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3D02B-8872-28B6-B6A4-AE4F169C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1043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0A9B3-DE32-4004-3FB5-C10339410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D9F2711-CAF6-510F-6CD2-90A5171F0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EB34545-5260-F846-70AB-5BDC350356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542D333-CEA8-B60B-A95F-CE94F782DE5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D5ACD7BF-7516-E478-7F99-044C378026A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81D0B1F-0D37-8DF2-DD36-6B9E646B03DD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741C50D-0EDA-C256-5359-8F7D83783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B60FDB-1BFA-D248-9128-BE03E4007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9491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057F1-0259-02DC-13CB-F0DD3E9CD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EC6328A-B9BC-C209-7D39-30ED84412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9E2D87-EC7B-22F5-E274-3826FB39B1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F78289E-C0F6-3637-CCE4-6CB5D3DDDB23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7088B08D-83AB-C594-5341-2D15F4DF8285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96D310B-0C34-7634-DD64-DC3376112B72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949F401-B9E2-27E4-1FEE-AA9490139D4E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25F654-DFBA-6548-F057-C117330C1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0764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8DC12-5CCC-1D62-BFAA-1E09765DB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7F2C8F1-B88C-F2EC-A96A-BFF5E0BF8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152513-A9E2-0AFF-CC20-FB07C8848A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3DB72D6-4AFB-9302-EF22-D04E9352DFD0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5155AD4-461E-D38D-4433-ED4CBB45D89D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4256BC40-6759-BBD5-2A67-28F98E77322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A81468A-3F07-8607-34C0-9E005284B74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737AE2-E98C-82A1-699C-E5C7E172D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1043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4594-6365-E0D2-78CB-9708D3F9F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EA6CDE90-BF33-D67E-3180-130D0F499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are the 4 Cs in C4?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C82293A-18FD-3F85-2CFD-12E14BAB5A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BA368EA-2DA5-1012-284B-62D52736D45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2218FFE-B9EF-2DDC-0ED0-A8BC33D1740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80CCFF67-A49A-8C0C-0BD2-C37FB59457AF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2451F8-DE5A-1F82-9193-6A3658B713D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71;p67">
            <a:extLst>
              <a:ext uri="{FF2B5EF4-FFF2-40B4-BE49-F238E27FC236}">
                <a16:creationId xmlns:a16="http://schemas.microsoft.com/office/drawing/2014/main" id="{4A4878BB-9C61-2FA9-CF77-414FA448538A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01160" y="1334403"/>
            <a:ext cx="6589854" cy="49854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65718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6E8B3-B541-1911-9086-8E96BB220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29DED4E-E21C-7864-D150-105329371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are the 4 Cs in C4?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34EA36E-7A73-6080-D09C-0D7455F217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E5323F-3A41-81FF-93B9-FBB804D5A01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B6DA182-8A51-0658-D64D-5767309FA31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508807BF-A5AA-FC7E-EC2D-DEA3D1E65A8A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B3F9159-BC7B-99D5-ED63-83376A30F59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71;p67">
            <a:extLst>
              <a:ext uri="{FF2B5EF4-FFF2-40B4-BE49-F238E27FC236}">
                <a16:creationId xmlns:a16="http://schemas.microsoft.com/office/drawing/2014/main" id="{D18D374F-1442-268E-EBB6-30E6450120CC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01160" y="1334403"/>
            <a:ext cx="6589854" cy="49854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561012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12739-363A-839E-A20C-98ADB85C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FAE96A0-EBED-4D3A-208B-19CF6F7E7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are the 4 Cs in C4?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1C8000-529E-30DC-CBB8-092C661DA1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F3A4469-D96F-E2BB-C057-3161F49FE98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34D23F4-DB60-C487-3C2F-2E974E5BADE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AB3C58A-6E88-319B-8F11-333C4837677D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F2F3F0D-10C1-AD49-BA98-17C1F130BF82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71;p67">
            <a:extLst>
              <a:ext uri="{FF2B5EF4-FFF2-40B4-BE49-F238E27FC236}">
                <a16:creationId xmlns:a16="http://schemas.microsoft.com/office/drawing/2014/main" id="{7A59CAB1-24D5-8150-33DC-4F8C597F2BB9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01160" y="1334403"/>
            <a:ext cx="6589854" cy="49854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729416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A7A07-507D-D71B-F4F9-81E99D4B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064EE0C-2897-5970-BBC5-26EE049FF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are the 4 Cs in C4?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FBAF175-886D-94EA-CC36-E15434D667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EF6EAFA-B0B1-9ED5-0A48-C17C0A80476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A6D3F4B9-8A9D-4F2A-7AE7-FA8749855D8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0B644A5-BE87-FC54-9981-185A64DEBA55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C8996A-0091-AB1C-C50D-A800D1BD3AD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71;p67">
            <a:extLst>
              <a:ext uri="{FF2B5EF4-FFF2-40B4-BE49-F238E27FC236}">
                <a16:creationId xmlns:a16="http://schemas.microsoft.com/office/drawing/2014/main" id="{D43A594F-F779-B51A-1E60-7D5F527FC106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01160" y="1334403"/>
            <a:ext cx="6589854" cy="49854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922968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4EF0-2E37-7462-50D0-A65EA4747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E4AE4415-4D26-B596-0C70-40D27097B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are the 4 Cs in C4?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588561-CEB9-C013-F6D1-D998E2C9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DC72722-DA9E-8E9B-39B8-DF4B57632C0F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4EB2F8B-E592-87B7-9B6D-7086DF6052A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081D0155-9EF9-79D8-0B1F-F00BE82299B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FEEF854-A489-0C54-24DE-70ACA9978B71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71;p67">
            <a:extLst>
              <a:ext uri="{FF2B5EF4-FFF2-40B4-BE49-F238E27FC236}">
                <a16:creationId xmlns:a16="http://schemas.microsoft.com/office/drawing/2014/main" id="{5EA5A42C-9832-D991-83D9-99D5F1E484CC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01160" y="1334403"/>
            <a:ext cx="6589854" cy="49854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05334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F8B47-7622-A692-A3C3-DF3E207C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75F899C-C87C-44EE-2DF0-001E0478C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are the 4 Cs in C4?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4B7B1D-BC4E-68FC-6EEB-9617301C7B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AFB933-817A-65F1-24D2-AFD78A9427CD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B1D127B-5F46-8313-1DAB-73561B9BB1DA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55D65EE-7E7C-FFDE-0E42-8704ED9F21C5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9AB55FC-44D7-A90C-AE04-2116F37E4B2A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71;p67">
            <a:extLst>
              <a:ext uri="{FF2B5EF4-FFF2-40B4-BE49-F238E27FC236}">
                <a16:creationId xmlns:a16="http://schemas.microsoft.com/office/drawing/2014/main" id="{0D3C3140-515F-B2FD-8169-C4FFD3A02AEF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01160" y="1334403"/>
            <a:ext cx="6589854" cy="49854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3808048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14562-D9AB-9DBD-B595-904F89C68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5070D6F-88FE-6F4D-84BA-16E37B41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30343E-0E13-38C7-7021-AF7C633019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56FBEE0-CCAB-728F-391B-22E60F8D0B1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B3C7A9BD-EF40-5C26-3B0C-2758F0659FB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D6D9DB8-ED02-8564-7052-E0E03C7EC2B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4201814-99E0-3AFA-550A-39349C471ED8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562;p55">
            <a:extLst>
              <a:ext uri="{FF2B5EF4-FFF2-40B4-BE49-F238E27FC236}">
                <a16:creationId xmlns:a16="http://schemas.microsoft.com/office/drawing/2014/main" id="{77D5111A-8642-8754-C1BE-66274E8C915B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57176" y="1609725"/>
            <a:ext cx="4676060" cy="42703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67318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8D65-75FB-28A8-67BA-0A2BFA157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F5C347E-F251-9051-0D06-50A0F5117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163F9DF-9759-B435-5327-CCF398F812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6861892-06C3-7EE4-1284-3CCCD2AA4807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A34DB718-520F-4645-32C7-2B1360E6F3E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D1356BC4-E53E-4A96-8A25-137D58B3F8C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97F302A-EF32-75BC-8FF3-4F6CA218385D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562;p55">
            <a:extLst>
              <a:ext uri="{FF2B5EF4-FFF2-40B4-BE49-F238E27FC236}">
                <a16:creationId xmlns:a16="http://schemas.microsoft.com/office/drawing/2014/main" id="{4722380A-B207-7970-CF85-03F75961AF8C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57176" y="1609725"/>
            <a:ext cx="4676060" cy="42703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3702711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B4543-7B8A-A5C9-71EF-81EFC0A11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72CE7B7-E6C4-84B0-4339-E3FE5E9FF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CA92601-37C4-C734-A3CA-2B498AA1D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1ED8BEA-32C0-B272-966B-525F808D1B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3A6702B-3F39-8CBF-076F-3883845D288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701E5097-378A-5A5A-AB5E-DC38D1E50BF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A968CFE-8AF0-5697-8EF3-8457EBEABF3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7D5315C-A520-36DC-80C4-54986942251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709443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008B2-4E66-2A7D-0CE2-87715789A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2B3BC61-9755-E7E2-3111-2842C4E86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4B9B20A-FA82-0407-509B-858BFC37C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927E9BD-BA5A-69C4-A621-3B4D2E782B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E2C66EB-7B0C-FE9E-74AF-BBBC979FB0E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D5C8CF5D-EFF4-41B4-CF76-70942090961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86B5D08A-A9D7-50CB-3040-3BE8E8F2040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7600F8A-FC39-4A85-6A68-CA2F288E25AE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93032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E6F44-C766-F24D-E4CA-2AF2F2D8A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A8CBD51-3CEE-79B9-EBE4-8B54EF0FC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CB74C8E-395A-6279-455F-B74CE3562A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4E1107-F746-0734-8025-B26D66B2F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2B281CB-A132-E756-51BD-5AAE31E8AA13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E82A20D1-3B86-5BE6-12F1-D0A4A5BC064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02D6F22-B425-B4AD-55FE-F4AE2901925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07703F9-0B9A-28C8-D339-659238750FE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375104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C8EDE-99D0-E4C2-1306-74906A62B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B8EB25E-97CF-C5E7-087F-A3470488B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D743836-A4DF-07A0-ECFC-9F0A9DC9C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B9630B0-3180-A43E-44D1-A8D732CC92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08D816-7619-3461-9259-1EA3C720D55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9B74F16-9C2F-7CDA-E1B9-78DA9A5CB06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7763147-3A1C-8E72-8DBF-5BF33C534CB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9345CB3-5ACC-74A1-7106-4509FDC2943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0829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0B8A5-0297-F757-3CA3-1CC7187A4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8D7DDAA-0EC5-CEAB-D18B-37064665F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EAC525E-AEE8-2A16-3DD8-2DDA98312A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ECFEEEC-FA35-EE9C-326C-94772125B8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564E9F7-C0B5-2407-3F20-E4E7428AEB77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2F7B0364-2678-D51E-793D-BDE699D88636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CF00227-733D-5456-B9A5-373F6852FBB2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1796E6F-862C-A72B-97E7-63E46E11704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8670483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A1EE4-164F-78A9-1A5A-6E9E82834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9113089-E068-0235-F8D4-CAEF4F9F6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64A5087-C15D-CF61-BEF0-B868F9242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00E8D8-7D72-6D9B-523C-7FE6DCEB03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4B831DA-621B-0A46-A482-7E166DB61C1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206521C6-3F6B-24B4-B559-DF103D564D05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0BD797EC-5453-FBD4-F3BF-9E7BE85B03A5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69A7B9C-7959-BDF6-0101-B1C83E9386A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104042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D14-F339-92E1-6D31-A2AC55FF8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04652DD-B277-1431-2F09-71D51BD1D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87CC222-43F0-3D87-7D6E-C55D15857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4AAE922-6F76-BA42-9103-C5579C0CA0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ECDD29A-9260-4FE0-67A5-F3114C894DCB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1AF3BA4-1CAB-71B2-CFAA-52166685C46A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5B1DC24F-F0EE-E578-4487-4A926AF8FDD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C950477-A6E2-6CCE-798A-C3AFCC18113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4489730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9269CBFB-6FE4-29FD-F4DD-0634A7782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2806700"/>
            <a:ext cx="7456486" cy="622300"/>
          </a:xfrm>
        </p:spPr>
        <p:txBody>
          <a:bodyPr/>
          <a:lstStyle/>
          <a:p>
            <a:r>
              <a:rPr lang="en-US" sz="4800" b="1" dirty="0"/>
              <a:t>Agenda</a:t>
            </a:r>
            <a:endParaRPr lang="en-AU" sz="4800" b="1" dirty="0"/>
          </a:p>
        </p:txBody>
      </p:sp>
      <p:graphicFrame>
        <p:nvGraphicFramePr>
          <p:cNvPr id="25" name="Table 8">
            <a:extLst>
              <a:ext uri="{FF2B5EF4-FFF2-40B4-BE49-F238E27FC236}">
                <a16:creationId xmlns:a16="http://schemas.microsoft.com/office/drawing/2014/main" id="{2F569623-81E6-EA9A-4947-34EB591F76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50343950"/>
              </p:ext>
            </p:extLst>
          </p:nvPr>
        </p:nvGraphicFramePr>
        <p:xfrm>
          <a:off x="4671200" y="1712265"/>
          <a:ext cx="6779306" cy="34334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9104">
                  <a:extLst>
                    <a:ext uri="{9D8B030D-6E8A-4147-A177-3AD203B41FA5}">
                      <a16:colId xmlns:a16="http://schemas.microsoft.com/office/drawing/2014/main" val="320119122"/>
                    </a:ext>
                  </a:extLst>
                </a:gridCol>
                <a:gridCol w="6210202">
                  <a:extLst>
                    <a:ext uri="{9D8B030D-6E8A-4147-A177-3AD203B41FA5}">
                      <a16:colId xmlns:a16="http://schemas.microsoft.com/office/drawing/2014/main" val="11161495"/>
                    </a:ext>
                  </a:extLst>
                </a:gridCol>
              </a:tblGrid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01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18369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02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135060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03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002223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04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4838506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05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695040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06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306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55153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5">
            <a:extLst>
              <a:ext uri="{FF2B5EF4-FFF2-40B4-BE49-F238E27FC236}">
                <a16:creationId xmlns:a16="http://schemas.microsoft.com/office/drawing/2014/main" id="{3875F2D3-FC94-CDEC-D142-4E074E8FF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dirty="0"/>
              <a:t>Agenda</a:t>
            </a:r>
            <a:endParaRPr lang="en-AU" sz="4800" b="1" dirty="0"/>
          </a:p>
        </p:txBody>
      </p:sp>
      <p:graphicFrame>
        <p:nvGraphicFramePr>
          <p:cNvPr id="4" name="Table 8">
            <a:extLst>
              <a:ext uri="{FF2B5EF4-FFF2-40B4-BE49-F238E27FC236}">
                <a16:creationId xmlns:a16="http://schemas.microsoft.com/office/drawing/2014/main" id="{7C134C40-F9A6-C655-2642-D2F758ABFF56}"/>
              </a:ext>
            </a:extLst>
          </p:cNvPr>
          <p:cNvGraphicFramePr>
            <a:graphicFrameLocks/>
          </p:cNvGraphicFramePr>
          <p:nvPr/>
        </p:nvGraphicFramePr>
        <p:xfrm>
          <a:off x="4671200" y="1712265"/>
          <a:ext cx="6779306" cy="34334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9104">
                  <a:extLst>
                    <a:ext uri="{9D8B030D-6E8A-4147-A177-3AD203B41FA5}">
                      <a16:colId xmlns:a16="http://schemas.microsoft.com/office/drawing/2014/main" val="320119122"/>
                    </a:ext>
                  </a:extLst>
                </a:gridCol>
                <a:gridCol w="6210202">
                  <a:extLst>
                    <a:ext uri="{9D8B030D-6E8A-4147-A177-3AD203B41FA5}">
                      <a16:colId xmlns:a16="http://schemas.microsoft.com/office/drawing/2014/main" val="11161495"/>
                    </a:ext>
                  </a:extLst>
                </a:gridCol>
              </a:tblGrid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01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8369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02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35060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03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02223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04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4838506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05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695040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06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6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906253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710C3F-4503-817A-7EC7-F8C3D314B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252" y="2806700"/>
            <a:ext cx="3150233" cy="2928280"/>
          </a:xfrm>
        </p:spPr>
        <p:txBody>
          <a:bodyPr/>
          <a:lstStyle/>
          <a:p>
            <a:r>
              <a:rPr lang="en-US" sz="4800" b="1" dirty="0"/>
              <a:t>Agenda</a:t>
            </a:r>
            <a:endParaRPr lang="en-AU" sz="4800" b="1" dirty="0"/>
          </a:p>
        </p:txBody>
      </p:sp>
      <p:graphicFrame>
        <p:nvGraphicFramePr>
          <p:cNvPr id="11" name="Table 8">
            <a:extLst>
              <a:ext uri="{FF2B5EF4-FFF2-40B4-BE49-F238E27FC236}">
                <a16:creationId xmlns:a16="http://schemas.microsoft.com/office/drawing/2014/main" id="{99F2CBA1-BC5B-7F30-9A3D-17F835FD95E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08854230"/>
              </p:ext>
            </p:extLst>
          </p:nvPr>
        </p:nvGraphicFramePr>
        <p:xfrm>
          <a:off x="4671200" y="1712265"/>
          <a:ext cx="6779306" cy="34334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9104">
                  <a:extLst>
                    <a:ext uri="{9D8B030D-6E8A-4147-A177-3AD203B41FA5}">
                      <a16:colId xmlns:a16="http://schemas.microsoft.com/office/drawing/2014/main" val="320119122"/>
                    </a:ext>
                  </a:extLst>
                </a:gridCol>
                <a:gridCol w="6210202">
                  <a:extLst>
                    <a:ext uri="{9D8B030D-6E8A-4147-A177-3AD203B41FA5}">
                      <a16:colId xmlns:a16="http://schemas.microsoft.com/office/drawing/2014/main" val="11161495"/>
                    </a:ext>
                  </a:extLst>
                </a:gridCol>
              </a:tblGrid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01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18369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02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135060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03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002223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04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4838506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05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695040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06</a:t>
                      </a:r>
                      <a:endParaRPr lang="en-AU" sz="180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Section header topic here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306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92647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7C6A475-17A0-4B42-8FB0-D6DFEF7D2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Section header </a:t>
            </a:r>
            <a:br>
              <a:rPr lang="en-US" b="1" dirty="0"/>
            </a:br>
            <a:r>
              <a:rPr lang="en-US" b="1" dirty="0"/>
              <a:t>Option 2</a:t>
            </a:r>
            <a:endParaRPr lang="en-AU" b="1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A3A0B3-A991-4362-B7CF-C3CAFB66B3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section </a:t>
            </a:r>
            <a:br>
              <a:rPr lang="en-US" dirty="0"/>
            </a:br>
            <a:r>
              <a:rPr lang="en-US" dirty="0"/>
              <a:t>header subtitle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E901242-A4DE-4BFC-B646-4BFE40E557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02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7668677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63168-46EF-8DAF-1AD5-C491B4A81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9793EE9-85B5-2223-90CD-61BEED8AB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Title and content with footer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9B7EB6D-26BE-F523-2C37-B4D259B1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r>
              <a:rPr lang="en-US" dirty="0"/>
              <a:t>Body text Arial size 14</a:t>
            </a:r>
          </a:p>
          <a:p>
            <a:r>
              <a:rPr lang="en-US" dirty="0"/>
              <a:t>Insert text by directly typing into the content placeholder</a:t>
            </a:r>
          </a:p>
          <a:p>
            <a:r>
              <a:rPr lang="en-US" dirty="0"/>
              <a:t>Alternatively, select one of the icons in the </a:t>
            </a:r>
            <a:r>
              <a:rPr lang="en-AU" dirty="0"/>
              <a:t>centre</a:t>
            </a:r>
            <a:r>
              <a:rPr lang="en-US" dirty="0"/>
              <a:t> of the content placeholder to insert desired content type</a:t>
            </a:r>
          </a:p>
          <a:p>
            <a:endParaRPr lang="en-US" dirty="0"/>
          </a:p>
          <a:p>
            <a:r>
              <a:rPr lang="en-US" dirty="0"/>
              <a:t>Bullet level one looks likes this</a:t>
            </a:r>
          </a:p>
          <a:p>
            <a:pPr lvl="1"/>
            <a:r>
              <a:rPr lang="en-US" dirty="0"/>
              <a:t>This is bullet level 2 (size 12)</a:t>
            </a:r>
          </a:p>
          <a:p>
            <a:pPr lvl="2"/>
            <a:r>
              <a:rPr lang="en-US" dirty="0"/>
              <a:t>This is bullet level 3 (size 11)</a:t>
            </a:r>
          </a:p>
          <a:p>
            <a:pPr lvl="3"/>
            <a:r>
              <a:rPr lang="en-US" dirty="0"/>
              <a:t>This is bullet level 4 (size 10) – keep your content concise and do your best to avoid going this deep</a:t>
            </a:r>
          </a:p>
          <a:p>
            <a:pPr lvl="3"/>
            <a:r>
              <a:rPr lang="en-US" dirty="0"/>
              <a:t>This is bullet level 5 (size 10) – keep your content concise and do your best to avoid going this deep</a:t>
            </a:r>
          </a:p>
          <a:p>
            <a:endParaRPr lang="en-US" dirty="0"/>
          </a:p>
          <a:p>
            <a:r>
              <a:rPr lang="en-US" sz="2000" dirty="0">
                <a:solidFill>
                  <a:schemeClr val="accent2"/>
                </a:solidFill>
                <a:latin typeface="+mj-lt"/>
              </a:rPr>
              <a:t>To add call out text to your content box – change the font </a:t>
            </a:r>
            <a:r>
              <a:rPr lang="en-US" sz="2000" dirty="0" err="1">
                <a:solidFill>
                  <a:schemeClr val="accent2"/>
                </a:solidFill>
                <a:latin typeface="+mj-lt"/>
              </a:rPr>
              <a:t>colour</a:t>
            </a:r>
            <a:r>
              <a:rPr lang="en-US" sz="2000" dirty="0">
                <a:solidFill>
                  <a:schemeClr val="accent2"/>
                </a:solidFill>
                <a:latin typeface="+mj-lt"/>
              </a:rPr>
              <a:t> </a:t>
            </a:r>
            <a:br>
              <a:rPr lang="en-US" sz="2000" dirty="0">
                <a:solidFill>
                  <a:schemeClr val="accent2"/>
                </a:solidFill>
                <a:latin typeface="+mj-lt"/>
              </a:rPr>
            </a:br>
            <a:r>
              <a:rPr lang="en-US" sz="2000" dirty="0">
                <a:solidFill>
                  <a:schemeClr val="accent2"/>
                </a:solidFill>
                <a:latin typeface="+mj-lt"/>
              </a:rPr>
              <a:t>to Aqua Blue and increase the font size appropriately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70C56C-3951-C726-A7E1-E9A949ABF3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Slide subtitle goes here Arial size 20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3E557BD-CDE2-1D9A-61C0-E6C84DA8BECF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D095184-8699-3F9A-2AC9-4723066CEC5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AF40F05E-9C77-F173-854A-D7235383478A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E0731C-B679-E122-6BF8-4AFF228AF01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5036800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84F88C0-2F53-488D-8773-B050B3CF8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Title and content lozenge</a:t>
            </a:r>
            <a:endParaRPr lang="en-AU" b="1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33C262D-9D3F-4758-8A12-F8D342E04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Body text Arial size 14</a:t>
            </a:r>
          </a:p>
          <a:p>
            <a:r>
              <a:rPr lang="en-US" dirty="0"/>
              <a:t>Insert text by directly typing into the content placeholder</a:t>
            </a:r>
          </a:p>
          <a:p>
            <a:r>
              <a:rPr lang="en-US" dirty="0"/>
              <a:t>Alternatively, select one of the icons in the </a:t>
            </a:r>
            <a:r>
              <a:rPr lang="en-US" dirty="0" err="1"/>
              <a:t>centre</a:t>
            </a:r>
            <a:r>
              <a:rPr lang="en-US" dirty="0"/>
              <a:t> of the content placeholder to insert desired content type</a:t>
            </a:r>
          </a:p>
          <a:p>
            <a:endParaRPr lang="en-US" dirty="0"/>
          </a:p>
          <a:p>
            <a:r>
              <a:rPr lang="en-US" dirty="0"/>
              <a:t>Bullet level one looks likes this</a:t>
            </a:r>
          </a:p>
          <a:p>
            <a:pPr lvl="1"/>
            <a:r>
              <a:rPr lang="en-US" dirty="0"/>
              <a:t>This is bullet level 2 (size 12)</a:t>
            </a:r>
          </a:p>
          <a:p>
            <a:pPr lvl="2"/>
            <a:r>
              <a:rPr lang="en-US" dirty="0"/>
              <a:t>This is bullet level 3 (size 11)</a:t>
            </a:r>
          </a:p>
          <a:p>
            <a:pPr lvl="3"/>
            <a:r>
              <a:rPr lang="en-US" dirty="0"/>
              <a:t>This is bullet level 4 (size 10) – keep your content concise and do your best to avoid going this deep</a:t>
            </a:r>
          </a:p>
          <a:p>
            <a:pPr lvl="4"/>
            <a:r>
              <a:rPr lang="en-US" dirty="0"/>
              <a:t>This is bullet level 5 (size 10) – keep your content concise and do your best to avoid going this deep</a:t>
            </a:r>
          </a:p>
          <a:p>
            <a:endParaRPr lang="en-US" dirty="0"/>
          </a:p>
          <a:p>
            <a:r>
              <a:rPr lang="en-US" sz="1800" dirty="0">
                <a:solidFill>
                  <a:schemeClr val="accent2"/>
                </a:solidFill>
                <a:latin typeface="+mj-lt"/>
              </a:rPr>
              <a:t>To add call out text to your content box – change the font </a:t>
            </a:r>
            <a:r>
              <a:rPr lang="en-US" sz="1800" dirty="0" err="1">
                <a:solidFill>
                  <a:schemeClr val="accent2"/>
                </a:solidFill>
                <a:latin typeface="+mj-lt"/>
              </a:rPr>
              <a:t>colour</a:t>
            </a:r>
            <a:r>
              <a:rPr lang="en-US" sz="1800" dirty="0">
                <a:solidFill>
                  <a:schemeClr val="accent2"/>
                </a:solidFill>
                <a:latin typeface="+mj-lt"/>
              </a:rPr>
              <a:t> </a:t>
            </a:r>
            <a:br>
              <a:rPr lang="en-US" sz="1800" dirty="0">
                <a:solidFill>
                  <a:schemeClr val="accent2"/>
                </a:solidFill>
                <a:latin typeface="+mj-lt"/>
              </a:rPr>
            </a:br>
            <a:r>
              <a:rPr lang="en-US" sz="1800" dirty="0">
                <a:solidFill>
                  <a:schemeClr val="accent2"/>
                </a:solidFill>
                <a:latin typeface="+mj-lt"/>
              </a:rPr>
              <a:t>to Aqua Blue and increase the font size appropriately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DA04BFD-C30F-4DF2-BEDC-6F756B17D1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Slide 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43455144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F2605-AFD1-40F0-8A37-97F303152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2113"/>
          </a:xfrm>
        </p:spPr>
        <p:txBody>
          <a:bodyPr/>
          <a:lstStyle/>
          <a:p>
            <a:r>
              <a:rPr lang="en-AU" b="1" dirty="0"/>
              <a:t>Title and two content with footer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DBD103F-63D4-444F-BDCE-4DD908E169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5303305" cy="4089717"/>
          </a:xfrm>
        </p:spPr>
        <p:txBody>
          <a:bodyPr/>
          <a:lstStyle/>
          <a:p>
            <a:r>
              <a:rPr lang="en-US" dirty="0"/>
              <a:t>Body text Arial size 14</a:t>
            </a:r>
          </a:p>
          <a:p>
            <a:r>
              <a:rPr lang="en-US" dirty="0"/>
              <a:t>Insert text by directly typing into the content placeholder</a:t>
            </a:r>
          </a:p>
          <a:p>
            <a:r>
              <a:rPr lang="en-US" dirty="0"/>
              <a:t>Alternatively, select one of the icons in the </a:t>
            </a:r>
            <a:r>
              <a:rPr lang="en-US" dirty="0" err="1"/>
              <a:t>centre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of the content placeholder to insert desired content type</a:t>
            </a:r>
          </a:p>
          <a:p>
            <a:endParaRPr lang="en-US" dirty="0"/>
          </a:p>
          <a:p>
            <a:r>
              <a:rPr lang="en-US" dirty="0"/>
              <a:t>Bullet level one looks likes this</a:t>
            </a:r>
          </a:p>
          <a:p>
            <a:pPr lvl="1"/>
            <a:r>
              <a:rPr lang="en-US" dirty="0"/>
              <a:t>This is bullet level 2 (size 12)</a:t>
            </a:r>
          </a:p>
          <a:p>
            <a:pPr lvl="2"/>
            <a:r>
              <a:rPr lang="en-US" dirty="0"/>
              <a:t>This is bullet level 3 (size 11)</a:t>
            </a:r>
          </a:p>
          <a:p>
            <a:pPr lvl="3"/>
            <a:r>
              <a:rPr lang="en-US" dirty="0"/>
              <a:t>This is bullet level 4 (size 10) – </a:t>
            </a:r>
            <a:br>
              <a:rPr lang="en-US" dirty="0"/>
            </a:br>
            <a:r>
              <a:rPr lang="en-US" dirty="0"/>
              <a:t>keep your content concise and do your best to avoid going this deep</a:t>
            </a:r>
          </a:p>
          <a:p>
            <a:pPr lvl="4"/>
            <a:r>
              <a:rPr lang="en-US" dirty="0"/>
              <a:t>This is bullet level 5 (size 10) – </a:t>
            </a:r>
            <a:br>
              <a:rPr lang="en-US" dirty="0"/>
            </a:br>
            <a:r>
              <a:rPr lang="en-US" dirty="0"/>
              <a:t>keep your content concise and do your best to avoid going this deep</a:t>
            </a:r>
          </a:p>
          <a:p>
            <a:pPr lvl="1"/>
            <a:endParaRPr lang="en-AU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D6E0E9-C7E3-4C32-8206-5C6C3ECE94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20382" y="2230120"/>
            <a:ext cx="5303305" cy="4089717"/>
          </a:xfrm>
        </p:spPr>
        <p:txBody>
          <a:bodyPr/>
          <a:lstStyle/>
          <a:p>
            <a:r>
              <a:rPr lang="en-US"/>
              <a:t>Body text Arial size 14</a:t>
            </a:r>
          </a:p>
          <a:p>
            <a:r>
              <a:rPr lang="en-US"/>
              <a:t>Insert text by directly typing into the content placeholder</a:t>
            </a:r>
          </a:p>
          <a:p>
            <a:r>
              <a:rPr lang="en-US"/>
              <a:t>Alternatively, select one of the icons in the </a:t>
            </a:r>
            <a:r>
              <a:rPr lang="en-US" err="1"/>
              <a:t>centre</a:t>
            </a:r>
            <a:r>
              <a:rPr lang="en-US"/>
              <a:t> </a:t>
            </a:r>
            <a:br>
              <a:rPr lang="en-US"/>
            </a:br>
            <a:r>
              <a:rPr lang="en-US"/>
              <a:t>of the content placeholder to insert desired content type</a:t>
            </a:r>
          </a:p>
          <a:p>
            <a:endParaRPr lang="en-US"/>
          </a:p>
          <a:p>
            <a:r>
              <a:rPr lang="en-US"/>
              <a:t>Bullet level one looks likes this</a:t>
            </a:r>
          </a:p>
          <a:p>
            <a:pPr lvl="1"/>
            <a:r>
              <a:rPr lang="en-US"/>
              <a:t>This is bullet level 2 (size 12)</a:t>
            </a:r>
          </a:p>
          <a:p>
            <a:pPr lvl="2"/>
            <a:r>
              <a:rPr lang="en-US"/>
              <a:t>This is bullet level 3 (size 11)</a:t>
            </a:r>
          </a:p>
          <a:p>
            <a:pPr lvl="3"/>
            <a:r>
              <a:rPr lang="en-US"/>
              <a:t>This is bullet level 4 (size 10) – </a:t>
            </a:r>
            <a:br>
              <a:rPr lang="en-US"/>
            </a:br>
            <a:r>
              <a:rPr lang="en-US"/>
              <a:t>keep your content concise and do your best to avoid going this deep</a:t>
            </a:r>
          </a:p>
          <a:p>
            <a:pPr lvl="4"/>
            <a:r>
              <a:rPr lang="en-US"/>
              <a:t>This is bullet level 5 (size 10) – </a:t>
            </a:r>
            <a:br>
              <a:rPr lang="en-US"/>
            </a:br>
            <a:r>
              <a:rPr lang="en-US"/>
              <a:t>keep your content concise and do your best to avoid going this deep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D339261-7196-4665-BC7C-CE87A8CE39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6725" y="833438"/>
            <a:ext cx="9356725" cy="382587"/>
          </a:xfrm>
        </p:spPr>
        <p:txBody>
          <a:bodyPr/>
          <a:lstStyle/>
          <a:p>
            <a:r>
              <a:rPr lang="en-AU" dirty="0"/>
              <a:t>Slide subtitle goes here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C4FC3D5-8AD5-465A-8E0F-D7982D0D1C56}"/>
              </a:ext>
            </a:extLst>
          </p:cNvPr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rPr lang="en-AU"/>
              <a:t>Short subheading goes here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6F36A84-87D9-473C-AD51-A8B662F3CE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/>
              <a:t>Short subheading goes here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374C4F5-3386-5327-4A6A-ACF7DBD370A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16" name="Text Placeholder 12">
              <a:extLst>
                <a:ext uri="{FF2B5EF4-FFF2-40B4-BE49-F238E27FC236}">
                  <a16:creationId xmlns:a16="http://schemas.microsoft.com/office/drawing/2014/main" id="{15754CB1-43F7-5B78-E65A-B5852BFEF9CD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17" name="Text Placeholder 12">
              <a:extLst>
                <a:ext uri="{FF2B5EF4-FFF2-40B4-BE49-F238E27FC236}">
                  <a16:creationId xmlns:a16="http://schemas.microsoft.com/office/drawing/2014/main" id="{50C88FE9-F557-A1DD-0D29-96A15626EC82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2E211A2-2CA5-63DB-CE8D-A6188C60F0C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749576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F2605-AFD1-40F0-8A37-97F303152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2113"/>
          </a:xfrm>
        </p:spPr>
        <p:txBody>
          <a:bodyPr/>
          <a:lstStyle/>
          <a:p>
            <a:r>
              <a:rPr lang="en-AU" b="1" dirty="0"/>
              <a:t>Title and two content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DBD103F-63D4-444F-BDCE-4DD908E169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5303305" cy="4089717"/>
          </a:xfrm>
        </p:spPr>
        <p:txBody>
          <a:bodyPr/>
          <a:lstStyle/>
          <a:p>
            <a:r>
              <a:rPr lang="en-US" dirty="0"/>
              <a:t>Body text Arial size 14</a:t>
            </a:r>
          </a:p>
          <a:p>
            <a:r>
              <a:rPr lang="en-US" dirty="0"/>
              <a:t>Insert text by directly typing into the content placeholder</a:t>
            </a:r>
          </a:p>
          <a:p>
            <a:r>
              <a:rPr lang="en-US" dirty="0"/>
              <a:t>Alternatively, select one of the icons in the </a:t>
            </a:r>
            <a:r>
              <a:rPr lang="en-US" dirty="0" err="1"/>
              <a:t>centre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of the content placeholder to insert desired content type</a:t>
            </a:r>
          </a:p>
          <a:p>
            <a:endParaRPr lang="en-US" dirty="0"/>
          </a:p>
          <a:p>
            <a:r>
              <a:rPr lang="en-US" dirty="0"/>
              <a:t>Bullet level one looks likes this</a:t>
            </a:r>
          </a:p>
          <a:p>
            <a:pPr lvl="1"/>
            <a:r>
              <a:rPr lang="en-US" dirty="0"/>
              <a:t>This is bullet level 2 (size 12)</a:t>
            </a:r>
          </a:p>
          <a:p>
            <a:pPr lvl="2"/>
            <a:r>
              <a:rPr lang="en-US" dirty="0"/>
              <a:t>This is bullet level 3 (size 11)</a:t>
            </a:r>
          </a:p>
          <a:p>
            <a:pPr lvl="3"/>
            <a:r>
              <a:rPr lang="en-US" dirty="0"/>
              <a:t>This is bullet level 4 (size 10) – </a:t>
            </a:r>
            <a:br>
              <a:rPr lang="en-US" dirty="0"/>
            </a:br>
            <a:r>
              <a:rPr lang="en-US" dirty="0"/>
              <a:t>keep your content concise and do your best to avoid going this deep</a:t>
            </a:r>
          </a:p>
          <a:p>
            <a:pPr lvl="4"/>
            <a:r>
              <a:rPr lang="en-US" dirty="0"/>
              <a:t>This is bullet level 5 (size 10) – </a:t>
            </a:r>
            <a:br>
              <a:rPr lang="en-US" dirty="0"/>
            </a:br>
            <a:r>
              <a:rPr lang="en-US" dirty="0"/>
              <a:t>keep your content concise and do your best to avoid going this deep</a:t>
            </a:r>
          </a:p>
          <a:p>
            <a:pPr lvl="1"/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D339261-7196-4665-BC7C-CE87A8CE39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6725" y="833438"/>
            <a:ext cx="9356725" cy="382587"/>
          </a:xfrm>
        </p:spPr>
        <p:txBody>
          <a:bodyPr/>
          <a:lstStyle/>
          <a:p>
            <a:r>
              <a:rPr lang="en-AU" dirty="0"/>
              <a:t>Slide subtitle goes here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C4FC3D5-8AD5-465A-8E0F-D7982D0D1C56}"/>
              </a:ext>
            </a:extLst>
          </p:cNvPr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rPr lang="en-AU"/>
              <a:t>Short subheading goes here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6F36A84-87D9-473C-AD51-A8B662F3CE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/>
              <a:t>Short subheading goes here</a:t>
            </a:r>
          </a:p>
        </p:txBody>
      </p:sp>
      <p:graphicFrame>
        <p:nvGraphicFramePr>
          <p:cNvPr id="6" name="Content Placeholder 15">
            <a:extLst>
              <a:ext uri="{FF2B5EF4-FFF2-40B4-BE49-F238E27FC236}">
                <a16:creationId xmlns:a16="http://schemas.microsoft.com/office/drawing/2014/main" id="{FFCDBA82-E3D6-A3D9-6B64-664B7AB0F597}"/>
              </a:ext>
            </a:extLst>
          </p:cNvPr>
          <p:cNvGraphicFramePr>
            <a:graphicFrameLocks/>
          </p:cNvGraphicFramePr>
          <p:nvPr/>
        </p:nvGraphicFramePr>
        <p:xfrm>
          <a:off x="6351737" y="2227263"/>
          <a:ext cx="4857750" cy="38087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C64A317-25E1-5855-ABB8-CE2352DA42F5}"/>
              </a:ext>
            </a:extLst>
          </p:cNvPr>
          <p:cNvSpPr txBox="1"/>
          <p:nvPr/>
        </p:nvSpPr>
        <p:spPr>
          <a:xfrm>
            <a:off x="10642899" y="4514525"/>
            <a:ext cx="844550" cy="26828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AU" sz="1600" dirty="0">
                <a:solidFill>
                  <a:schemeClr val="tx2"/>
                </a:solidFill>
              </a:rPr>
              <a:t>1</a:t>
            </a:r>
            <a:r>
              <a:rPr lang="en-AU" sz="1600" baseline="30000" dirty="0">
                <a:solidFill>
                  <a:schemeClr val="tx2"/>
                </a:solidFill>
              </a:rPr>
              <a:t>st</a:t>
            </a:r>
            <a:r>
              <a:rPr lang="en-AU" sz="1600" dirty="0">
                <a:solidFill>
                  <a:schemeClr val="tx2"/>
                </a:solidFill>
              </a:rPr>
              <a:t> </a:t>
            </a:r>
            <a:r>
              <a:rPr lang="en-AU" sz="1600" dirty="0" err="1">
                <a:solidFill>
                  <a:schemeClr val="tx2"/>
                </a:solidFill>
              </a:rPr>
              <a:t>Qtr</a:t>
            </a:r>
            <a:endParaRPr lang="en-AU" sz="1600" dirty="0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826DE6-2229-2C4A-E9CE-001D0FB55825}"/>
              </a:ext>
            </a:extLst>
          </p:cNvPr>
          <p:cNvSpPr txBox="1"/>
          <p:nvPr/>
        </p:nvSpPr>
        <p:spPr>
          <a:xfrm>
            <a:off x="5978525" y="4514525"/>
            <a:ext cx="844550" cy="26828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>
              <a:spcAft>
                <a:spcPts val="1200"/>
              </a:spcAft>
            </a:pPr>
            <a:r>
              <a:rPr lang="en-AU" sz="1600" dirty="0">
                <a:solidFill>
                  <a:schemeClr val="accent2"/>
                </a:solidFill>
              </a:rPr>
              <a:t>2</a:t>
            </a:r>
            <a:r>
              <a:rPr lang="en-AU" sz="1600" baseline="30000" dirty="0">
                <a:solidFill>
                  <a:schemeClr val="accent2"/>
                </a:solidFill>
              </a:rPr>
              <a:t>nd</a:t>
            </a:r>
            <a:r>
              <a:rPr lang="en-AU" sz="1600" dirty="0">
                <a:solidFill>
                  <a:schemeClr val="accent2"/>
                </a:solidFill>
              </a:rPr>
              <a:t> </a:t>
            </a:r>
            <a:r>
              <a:rPr lang="en-AU" sz="1600" dirty="0" err="1">
                <a:solidFill>
                  <a:schemeClr val="accent2"/>
                </a:solidFill>
              </a:rPr>
              <a:t>Qtr</a:t>
            </a:r>
            <a:endParaRPr lang="en-AU" sz="1600" dirty="0">
              <a:solidFill>
                <a:schemeClr val="accent2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F51113-F20A-F61F-6278-69D3DEA526A6}"/>
              </a:ext>
            </a:extLst>
          </p:cNvPr>
          <p:cNvSpPr txBox="1"/>
          <p:nvPr/>
        </p:nvSpPr>
        <p:spPr>
          <a:xfrm>
            <a:off x="6400800" y="2887926"/>
            <a:ext cx="844550" cy="26828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>
              <a:spcAft>
                <a:spcPts val="1200"/>
              </a:spcAft>
            </a:pPr>
            <a:r>
              <a:rPr lang="en-AU" sz="1600" dirty="0">
                <a:solidFill>
                  <a:schemeClr val="accent4"/>
                </a:solidFill>
              </a:rPr>
              <a:t>3</a:t>
            </a:r>
            <a:r>
              <a:rPr lang="en-AU" sz="1600" baseline="30000" dirty="0">
                <a:solidFill>
                  <a:schemeClr val="accent4"/>
                </a:solidFill>
              </a:rPr>
              <a:t>rd </a:t>
            </a:r>
            <a:r>
              <a:rPr lang="en-AU" sz="1600" dirty="0" err="1">
                <a:solidFill>
                  <a:schemeClr val="accent4"/>
                </a:solidFill>
              </a:rPr>
              <a:t>Qtr</a:t>
            </a:r>
            <a:endParaRPr lang="en-AU" sz="1600" dirty="0">
              <a:solidFill>
                <a:schemeClr val="accent4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7E3E-952A-4D53-84A1-4A058D8C6E2F}"/>
              </a:ext>
            </a:extLst>
          </p:cNvPr>
          <p:cNvSpPr txBox="1"/>
          <p:nvPr/>
        </p:nvSpPr>
        <p:spPr>
          <a:xfrm>
            <a:off x="7418537" y="2182283"/>
            <a:ext cx="844550" cy="26828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>
              <a:spcAft>
                <a:spcPts val="1200"/>
              </a:spcAft>
            </a:pPr>
            <a:r>
              <a:rPr lang="en-AU" sz="1600" dirty="0">
                <a:solidFill>
                  <a:schemeClr val="accent5"/>
                </a:solidFill>
              </a:rPr>
              <a:t>4</a:t>
            </a:r>
            <a:r>
              <a:rPr lang="en-AU" sz="1600" baseline="30000" dirty="0">
                <a:solidFill>
                  <a:schemeClr val="accent5"/>
                </a:solidFill>
              </a:rPr>
              <a:t>th</a:t>
            </a:r>
            <a:r>
              <a:rPr lang="en-AU" sz="1600" dirty="0">
                <a:solidFill>
                  <a:schemeClr val="accent5"/>
                </a:solidFill>
              </a:rPr>
              <a:t> </a:t>
            </a:r>
            <a:r>
              <a:rPr lang="en-AU" sz="1600" dirty="0" err="1">
                <a:solidFill>
                  <a:schemeClr val="accent5"/>
                </a:solidFill>
              </a:rPr>
              <a:t>Qtr</a:t>
            </a:r>
            <a:endParaRPr lang="en-AU" sz="1600" dirty="0">
              <a:solidFill>
                <a:schemeClr val="accent5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38BD3A-AC5A-C526-C903-F43240AB0776}"/>
              </a:ext>
            </a:extLst>
          </p:cNvPr>
          <p:cNvSpPr txBox="1"/>
          <p:nvPr/>
        </p:nvSpPr>
        <p:spPr>
          <a:xfrm>
            <a:off x="7760718" y="3827463"/>
            <a:ext cx="1881038" cy="72548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AU" sz="2400" dirty="0">
                <a:solidFill>
                  <a:schemeClr val="tx2"/>
                </a:solidFill>
              </a:rPr>
              <a:t>Insert chart  detail or icon</a:t>
            </a:r>
          </a:p>
        </p:txBody>
      </p:sp>
    </p:spTree>
    <p:extLst>
      <p:ext uri="{BB962C8B-B14F-4D97-AF65-F5344CB8AC3E}">
        <p14:creationId xmlns:p14="http://schemas.microsoft.com/office/powerpoint/2010/main" val="192191936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DBD103F-63D4-444F-BDCE-4DD908E169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6726" y="2616200"/>
            <a:ext cx="5084762" cy="3311844"/>
          </a:xfrm>
        </p:spPr>
        <p:txBody>
          <a:bodyPr/>
          <a:lstStyle/>
          <a:p>
            <a:r>
              <a:rPr lang="en-US" dirty="0"/>
              <a:t>Body text Arial size 14</a:t>
            </a:r>
          </a:p>
          <a:p>
            <a:r>
              <a:rPr lang="en-US" dirty="0"/>
              <a:t>Insert text by directly typing into the content placeholder</a:t>
            </a:r>
          </a:p>
          <a:p>
            <a:r>
              <a:rPr lang="en-US" dirty="0"/>
              <a:t>Alternatively, select one of the icons in the </a:t>
            </a:r>
            <a:r>
              <a:rPr lang="en-US" dirty="0" err="1"/>
              <a:t>centre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of the content placeholder to insert desired content type</a:t>
            </a:r>
          </a:p>
          <a:p>
            <a:endParaRPr lang="en-US" dirty="0"/>
          </a:p>
          <a:p>
            <a:r>
              <a:rPr lang="en-US" dirty="0"/>
              <a:t>Bullet level one looks likes this</a:t>
            </a:r>
          </a:p>
          <a:p>
            <a:pPr lvl="1"/>
            <a:r>
              <a:rPr lang="en-US" dirty="0"/>
              <a:t>This is bullet level 2 (size 12)</a:t>
            </a:r>
          </a:p>
          <a:p>
            <a:pPr lvl="2"/>
            <a:r>
              <a:rPr lang="en-US" dirty="0"/>
              <a:t>This is bullet level 3 (size 11)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D6E0E9-C7E3-4C32-8206-5C6C3ECE94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0513" y="2616200"/>
            <a:ext cx="4611687" cy="3311525"/>
          </a:xfrm>
        </p:spPr>
        <p:txBody>
          <a:bodyPr/>
          <a:lstStyle/>
          <a:p>
            <a:r>
              <a:rPr lang="en-US" sz="1800">
                <a:solidFill>
                  <a:schemeClr val="accent2"/>
                </a:solidFill>
                <a:latin typeface="+mj-lt"/>
              </a:rPr>
              <a:t>When making call out summary text, take care to change the font </a:t>
            </a:r>
            <a:r>
              <a:rPr lang="en-AU" sz="1800">
                <a:solidFill>
                  <a:schemeClr val="accent2"/>
                </a:solidFill>
                <a:latin typeface="+mj-lt"/>
              </a:rPr>
              <a:t>colour</a:t>
            </a:r>
            <a:r>
              <a:rPr lang="en-US" sz="1800">
                <a:solidFill>
                  <a:schemeClr val="accent2"/>
                </a:solidFill>
                <a:latin typeface="+mj-lt"/>
              </a:rPr>
              <a:t> Aqua Blue and to increase the font size appropriately</a:t>
            </a:r>
          </a:p>
          <a:p>
            <a:r>
              <a:rPr lang="en-US"/>
              <a:t>Body text Arial size 14</a:t>
            </a:r>
          </a:p>
          <a:p>
            <a:r>
              <a:rPr lang="en-US"/>
              <a:t>Insert text by directly typing into the content placeholder</a:t>
            </a:r>
          </a:p>
          <a:p>
            <a:r>
              <a:rPr lang="en-US"/>
              <a:t>Alternatively, select one of the icons in the </a:t>
            </a:r>
            <a:r>
              <a:rPr lang="en-US" err="1"/>
              <a:t>centre</a:t>
            </a:r>
            <a:r>
              <a:rPr lang="en-US"/>
              <a:t> </a:t>
            </a:r>
            <a:br>
              <a:rPr lang="en-US"/>
            </a:br>
            <a:r>
              <a:rPr lang="en-US"/>
              <a:t>of the content placeholder to insert desired content type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D339261-7196-4665-BC7C-CE87A8CE39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6726" y="834072"/>
            <a:ext cx="9356724" cy="382587"/>
          </a:xfrm>
        </p:spPr>
        <p:txBody>
          <a:bodyPr/>
          <a:lstStyle/>
          <a:p>
            <a:r>
              <a:rPr lang="en-AU"/>
              <a:t>Slide subtitle goes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8F2605-AFD1-40F0-8A37-97F303152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2113"/>
          </a:xfrm>
        </p:spPr>
        <p:txBody>
          <a:bodyPr/>
          <a:lstStyle/>
          <a:p>
            <a:r>
              <a:rPr lang="en-AU" b="1" dirty="0"/>
              <a:t>Title and two content lozenge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7FBA77D1-6552-429B-9F4A-17A44E1DE8F8}"/>
              </a:ext>
            </a:extLst>
          </p:cNvPr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rPr lang="en-AU"/>
              <a:t>Short subheading goes here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8D5BF8E-0D3C-4F45-A9BC-FF7CADBEEE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Short subheading goes here</a:t>
            </a:r>
          </a:p>
        </p:txBody>
      </p:sp>
    </p:spTree>
    <p:extLst>
      <p:ext uri="{BB962C8B-B14F-4D97-AF65-F5344CB8AC3E}">
        <p14:creationId xmlns:p14="http://schemas.microsoft.com/office/powerpoint/2010/main" val="320528289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6E3460-B1BA-46CD-B0D5-CCAA3165A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Short subheading goes here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86A23F2-7602-4B4E-9400-0E59C6F6AE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Body text Arial size 14</a:t>
            </a:r>
          </a:p>
          <a:p>
            <a:r>
              <a:rPr lang="en-US" dirty="0"/>
              <a:t>Insert text by directly typing into the content placeholder</a:t>
            </a:r>
          </a:p>
          <a:p>
            <a:r>
              <a:rPr lang="en-US" dirty="0"/>
              <a:t>Alternatively, select one of the icons in the </a:t>
            </a:r>
            <a:r>
              <a:rPr lang="en-AU" dirty="0"/>
              <a:t>centre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of the content placeholder to insert desired content type</a:t>
            </a:r>
          </a:p>
          <a:p>
            <a:endParaRPr lang="en-US" dirty="0"/>
          </a:p>
          <a:p>
            <a:r>
              <a:rPr lang="en-US" dirty="0"/>
              <a:t>Bullet level one looks likes this</a:t>
            </a:r>
          </a:p>
          <a:p>
            <a:pPr lvl="1"/>
            <a:r>
              <a:rPr lang="en-US" dirty="0"/>
              <a:t>This is bullet level 2 (size 12)</a:t>
            </a:r>
          </a:p>
          <a:p>
            <a:pPr lvl="2"/>
            <a:r>
              <a:rPr lang="en-US" dirty="0"/>
              <a:t>This is bullet level 3 (size 11)</a:t>
            </a:r>
          </a:p>
          <a:p>
            <a:pPr lvl="3"/>
            <a:r>
              <a:rPr lang="en-US" dirty="0"/>
              <a:t>This is bullet level 4 (size 10) – </a:t>
            </a:r>
            <a:br>
              <a:rPr lang="en-US" dirty="0"/>
            </a:br>
            <a:r>
              <a:rPr lang="en-US" dirty="0"/>
              <a:t>keep your content concise and do your best to avoid going this deep</a:t>
            </a:r>
          </a:p>
          <a:p>
            <a:pPr lvl="3"/>
            <a:r>
              <a:rPr lang="en-US" dirty="0"/>
              <a:t>This is bullet level 5 (size 10) – </a:t>
            </a:r>
            <a:br>
              <a:rPr lang="en-US" dirty="0"/>
            </a:br>
            <a:r>
              <a:rPr lang="en-US" dirty="0"/>
              <a:t>keep your content concise and do your best to avoid going this deep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04A5D8C-9172-49BA-BDBB-CFC27C7BB7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Short subheading goes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CF8EEB-67B1-4CDE-BE00-701A060D9F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Slide subtitle goes here Arial size 20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AE82C28-56D3-48B2-ADA9-3C443ACEF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Title and two content </a:t>
            </a:r>
            <a:br>
              <a:rPr lang="en-AU" b="1" dirty="0"/>
            </a:br>
            <a:r>
              <a:rPr lang="en-AU" b="1" dirty="0"/>
              <a:t>title over two lines</a:t>
            </a:r>
          </a:p>
        </p:txBody>
      </p:sp>
      <p:graphicFrame>
        <p:nvGraphicFramePr>
          <p:cNvPr id="5" name="Table 12">
            <a:extLst>
              <a:ext uri="{FF2B5EF4-FFF2-40B4-BE49-F238E27FC236}">
                <a16:creationId xmlns:a16="http://schemas.microsoft.com/office/drawing/2014/main" id="{CC06EBE0-1A01-47E4-B8BE-0253D9B5740E}"/>
              </a:ext>
            </a:extLst>
          </p:cNvPr>
          <p:cNvGraphicFramePr>
            <a:graphicFrameLocks/>
          </p:cNvGraphicFramePr>
          <p:nvPr/>
        </p:nvGraphicFramePr>
        <p:xfrm>
          <a:off x="6503688" y="2507164"/>
          <a:ext cx="5219700" cy="3697287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2613412">
                  <a:extLst>
                    <a:ext uri="{9D8B030D-6E8A-4147-A177-3AD203B41FA5}">
                      <a16:colId xmlns:a16="http://schemas.microsoft.com/office/drawing/2014/main" val="4070986834"/>
                    </a:ext>
                  </a:extLst>
                </a:gridCol>
                <a:gridCol w="2606288">
                  <a:extLst>
                    <a:ext uri="{9D8B030D-6E8A-4147-A177-3AD203B41FA5}">
                      <a16:colId xmlns:a16="http://schemas.microsoft.com/office/drawing/2014/main" val="2881419392"/>
                    </a:ext>
                  </a:extLst>
                </a:gridCol>
              </a:tblGrid>
              <a:tr h="336117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Left align text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Right align numbers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5371672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296" marR="78296" marT="39148" marB="39148" anchor="ctr">
                    <a:lnL>
                      <a:noFill/>
                    </a:lnL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221298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>
                      <a:noFill/>
                    </a:lnT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2104001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341207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5168481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16617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074304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22606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700892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368253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3214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404429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F2605-AFD1-40F0-8A37-97F303152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2113"/>
          </a:xfrm>
        </p:spPr>
        <p:txBody>
          <a:bodyPr/>
          <a:lstStyle/>
          <a:p>
            <a:r>
              <a:rPr lang="en-AU" b="1" dirty="0"/>
              <a:t>Title and three content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DBD103F-63D4-444F-BDCE-4DD908E169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3654425" cy="4089719"/>
          </a:xfrm>
        </p:spPr>
        <p:txBody>
          <a:bodyPr/>
          <a:lstStyle/>
          <a:p>
            <a:r>
              <a:rPr lang="en-US"/>
              <a:t>Body text Arial size 14</a:t>
            </a:r>
          </a:p>
          <a:p>
            <a:r>
              <a:rPr lang="en-US"/>
              <a:t>Insert text by directly typing </a:t>
            </a:r>
            <a:br>
              <a:rPr lang="en-US"/>
            </a:br>
            <a:r>
              <a:rPr lang="en-US"/>
              <a:t>into the content placeholder</a:t>
            </a:r>
          </a:p>
          <a:p>
            <a:r>
              <a:rPr lang="en-US"/>
              <a:t>Alternatively, select one of the icons </a:t>
            </a:r>
            <a:br>
              <a:rPr lang="en-US"/>
            </a:br>
            <a:r>
              <a:rPr lang="en-US"/>
              <a:t>in the </a:t>
            </a:r>
            <a:r>
              <a:rPr lang="en-US" err="1"/>
              <a:t>centre</a:t>
            </a:r>
            <a:r>
              <a:rPr lang="en-US"/>
              <a:t> of the content placeholder </a:t>
            </a:r>
            <a:br>
              <a:rPr lang="en-US"/>
            </a:br>
            <a:r>
              <a:rPr lang="en-US"/>
              <a:t>to insert desired content type</a:t>
            </a:r>
          </a:p>
          <a:p>
            <a:r>
              <a:rPr lang="en-US"/>
              <a:t>Bullet level one looks likes this</a:t>
            </a:r>
          </a:p>
          <a:p>
            <a:pPr lvl="1"/>
            <a:r>
              <a:rPr lang="en-US"/>
              <a:t>This is bullet level 2 (size 12)</a:t>
            </a:r>
          </a:p>
          <a:p>
            <a:pPr lvl="2"/>
            <a:r>
              <a:rPr lang="en-US"/>
              <a:t>This is bullet level 3 (size 11)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D6E0E9-C7E3-4C32-8206-5C6C3ECE94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8789" y="2230120"/>
            <a:ext cx="3654425" cy="4089719"/>
          </a:xfrm>
        </p:spPr>
        <p:txBody>
          <a:bodyPr/>
          <a:lstStyle/>
          <a:p>
            <a:r>
              <a:rPr lang="en-US"/>
              <a:t>Body text Arial size 14</a:t>
            </a:r>
          </a:p>
          <a:p>
            <a:r>
              <a:rPr lang="en-US"/>
              <a:t>Insert text by directly typing </a:t>
            </a:r>
            <a:br>
              <a:rPr lang="en-US"/>
            </a:br>
            <a:r>
              <a:rPr lang="en-US"/>
              <a:t>into the content placeholder</a:t>
            </a:r>
          </a:p>
          <a:p>
            <a:r>
              <a:rPr lang="en-US"/>
              <a:t>Alternatively, select one of the icons </a:t>
            </a:r>
            <a:br>
              <a:rPr lang="en-US"/>
            </a:br>
            <a:r>
              <a:rPr lang="en-US"/>
              <a:t>in the </a:t>
            </a:r>
            <a:r>
              <a:rPr lang="en-US" err="1"/>
              <a:t>centre</a:t>
            </a:r>
            <a:r>
              <a:rPr lang="en-US"/>
              <a:t> of the content placeholder </a:t>
            </a:r>
            <a:br>
              <a:rPr lang="en-US"/>
            </a:br>
            <a:r>
              <a:rPr lang="en-US"/>
              <a:t>to insert desired content type</a:t>
            </a:r>
          </a:p>
          <a:p>
            <a:r>
              <a:rPr lang="en-US"/>
              <a:t>Bullet level one looks likes this</a:t>
            </a:r>
          </a:p>
          <a:p>
            <a:pPr lvl="1"/>
            <a:r>
              <a:rPr lang="en-US"/>
              <a:t>This is bullet level 2 (size 12)</a:t>
            </a:r>
          </a:p>
          <a:p>
            <a:pPr lvl="2"/>
            <a:r>
              <a:rPr lang="en-US"/>
              <a:t>This is bullet level 3 (size 11)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D339261-7196-4665-BC7C-CE87A8CE39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6725" y="833438"/>
            <a:ext cx="9356725" cy="382587"/>
          </a:xfrm>
        </p:spPr>
        <p:txBody>
          <a:bodyPr/>
          <a:lstStyle/>
          <a:p>
            <a:r>
              <a:rPr lang="en-AU" dirty="0"/>
              <a:t>Short subheading goes here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E33230-E1B9-43AF-A2AC-55C5C37CBAB6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8069263" y="2230120"/>
            <a:ext cx="3654425" cy="4089719"/>
          </a:xfrm>
        </p:spPr>
        <p:txBody>
          <a:bodyPr/>
          <a:lstStyle/>
          <a:p>
            <a:r>
              <a:rPr lang="en-US"/>
              <a:t>Body text Arial size 14</a:t>
            </a:r>
          </a:p>
          <a:p>
            <a:r>
              <a:rPr lang="en-US"/>
              <a:t>Insert text by directly typing </a:t>
            </a:r>
            <a:br>
              <a:rPr lang="en-US"/>
            </a:br>
            <a:r>
              <a:rPr lang="en-US"/>
              <a:t>into the content placeholder</a:t>
            </a:r>
          </a:p>
          <a:p>
            <a:r>
              <a:rPr lang="en-US"/>
              <a:t>Alternatively, select one of the icons </a:t>
            </a:r>
            <a:br>
              <a:rPr lang="en-US"/>
            </a:br>
            <a:r>
              <a:rPr lang="en-US"/>
              <a:t>in the </a:t>
            </a:r>
            <a:r>
              <a:rPr lang="en-US" err="1"/>
              <a:t>centre</a:t>
            </a:r>
            <a:r>
              <a:rPr lang="en-US"/>
              <a:t> of the content placeholder </a:t>
            </a:r>
            <a:br>
              <a:rPr lang="en-US"/>
            </a:br>
            <a:r>
              <a:rPr lang="en-US"/>
              <a:t>to insert desired content type</a:t>
            </a:r>
          </a:p>
          <a:p>
            <a:r>
              <a:rPr lang="en-US"/>
              <a:t>Bullet level one looks likes this</a:t>
            </a:r>
          </a:p>
          <a:p>
            <a:pPr lvl="1"/>
            <a:r>
              <a:rPr lang="en-US"/>
              <a:t>This is bullet level 2 (size 12)</a:t>
            </a:r>
          </a:p>
          <a:p>
            <a:pPr lvl="2"/>
            <a:r>
              <a:rPr lang="en-US"/>
              <a:t>This is bullet level 3 (size 11)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5A4E6C43-D590-4165-8E65-C15626F244D2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66725" y="1619250"/>
            <a:ext cx="3656013" cy="382588"/>
          </a:xfrm>
        </p:spPr>
        <p:txBody>
          <a:bodyPr/>
          <a:lstStyle/>
          <a:p>
            <a:r>
              <a:rPr lang="en-AU"/>
              <a:t>Short subheading goes here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7E6BE92-EF28-4916-AC73-E770BA782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70334" y="1619250"/>
            <a:ext cx="3652880" cy="382588"/>
          </a:xfrm>
        </p:spPr>
        <p:txBody>
          <a:bodyPr/>
          <a:lstStyle/>
          <a:p>
            <a:r>
              <a:rPr lang="en-AU"/>
              <a:t>Short subheading goes here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19C0A86C-B32C-40A6-91B1-3C70203769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069263" y="1619250"/>
            <a:ext cx="3652880" cy="382588"/>
          </a:xfrm>
        </p:spPr>
        <p:txBody>
          <a:bodyPr/>
          <a:lstStyle/>
          <a:p>
            <a:r>
              <a:rPr lang="en-AU"/>
              <a:t>Short subheading goes here</a:t>
            </a:r>
          </a:p>
        </p:txBody>
      </p:sp>
    </p:spTree>
    <p:extLst>
      <p:ext uri="{BB962C8B-B14F-4D97-AF65-F5344CB8AC3E}">
        <p14:creationId xmlns:p14="http://schemas.microsoft.com/office/powerpoint/2010/main" val="307620995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F2605-AFD1-40F0-8A37-97F303152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/>
              <a:t>Title and three content lozenge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DBD103F-63D4-444F-BDCE-4DD908E169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Body text Arial size 14</a:t>
            </a:r>
          </a:p>
          <a:p>
            <a:r>
              <a:rPr lang="en-US"/>
              <a:t>Insert text by directly typing </a:t>
            </a:r>
            <a:br>
              <a:rPr lang="en-US"/>
            </a:br>
            <a:r>
              <a:rPr lang="en-US"/>
              <a:t>into the content placeholder</a:t>
            </a:r>
          </a:p>
          <a:p>
            <a:r>
              <a:rPr lang="en-US"/>
              <a:t>Alternatively, select one of the icons </a:t>
            </a:r>
            <a:br>
              <a:rPr lang="en-US"/>
            </a:br>
            <a:r>
              <a:rPr lang="en-US"/>
              <a:t>in the </a:t>
            </a:r>
            <a:r>
              <a:rPr lang="en-US" err="1"/>
              <a:t>centre</a:t>
            </a:r>
            <a:r>
              <a:rPr lang="en-US"/>
              <a:t> of the content placeholder </a:t>
            </a:r>
            <a:br>
              <a:rPr lang="en-US"/>
            </a:br>
            <a:r>
              <a:rPr lang="en-US"/>
              <a:t>to insert desired content type</a:t>
            </a:r>
          </a:p>
          <a:p>
            <a:r>
              <a:rPr lang="en-US"/>
              <a:t>Bullet level one looks likes this</a:t>
            </a:r>
          </a:p>
          <a:p>
            <a:pPr lvl="1"/>
            <a:r>
              <a:rPr lang="en-US"/>
              <a:t>This is bullet level 2 (size 12)</a:t>
            </a:r>
          </a:p>
          <a:p>
            <a:pPr lvl="2"/>
            <a:r>
              <a:rPr lang="en-US"/>
              <a:t>This is bullet level 3 (size 11)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D6E0E9-C7E3-4C32-8206-5C6C3ECE94E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Body text Arial size 14</a:t>
            </a:r>
          </a:p>
          <a:p>
            <a:r>
              <a:rPr lang="en-US"/>
              <a:t>Insert text by directly typing </a:t>
            </a:r>
            <a:br>
              <a:rPr lang="en-US"/>
            </a:br>
            <a:r>
              <a:rPr lang="en-US"/>
              <a:t>into the content placeholder</a:t>
            </a:r>
          </a:p>
          <a:p>
            <a:r>
              <a:rPr lang="en-US"/>
              <a:t>Alternatively, select one of the icons </a:t>
            </a:r>
            <a:br>
              <a:rPr lang="en-US"/>
            </a:br>
            <a:r>
              <a:rPr lang="en-US"/>
              <a:t>in the </a:t>
            </a:r>
            <a:r>
              <a:rPr lang="en-US" err="1"/>
              <a:t>centre</a:t>
            </a:r>
            <a:r>
              <a:rPr lang="en-US"/>
              <a:t> of the content placeholder </a:t>
            </a:r>
            <a:br>
              <a:rPr lang="en-US"/>
            </a:br>
            <a:r>
              <a:rPr lang="en-US"/>
              <a:t>to insert desired content type</a:t>
            </a:r>
          </a:p>
          <a:p>
            <a:r>
              <a:rPr lang="en-US"/>
              <a:t>Bullet level one looks likes this</a:t>
            </a:r>
          </a:p>
          <a:p>
            <a:pPr lvl="1"/>
            <a:r>
              <a:rPr lang="en-US"/>
              <a:t>This is bullet level 2 (size 12)</a:t>
            </a:r>
          </a:p>
          <a:p>
            <a:pPr lvl="2"/>
            <a:r>
              <a:rPr lang="en-US"/>
              <a:t>This is bullet level 3 (size 11)</a:t>
            </a:r>
          </a:p>
          <a:p>
            <a:pPr lvl="1"/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D339261-7196-4665-BC7C-CE87A8CE39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Short subheading goes here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E33230-E1B9-43AF-A2AC-55C5C37CBAB6}"/>
              </a:ext>
            </a:extLst>
          </p:cNvPr>
          <p:cNvSpPr>
            <a:spLocks noGrp="1"/>
          </p:cNvSpPr>
          <p:nvPr>
            <p:ph sz="half" idx="18"/>
          </p:nvPr>
        </p:nvSpPr>
        <p:spPr/>
        <p:txBody>
          <a:bodyPr/>
          <a:lstStyle/>
          <a:p>
            <a:r>
              <a:rPr lang="en-US" sz="1600">
                <a:solidFill>
                  <a:schemeClr val="accent2"/>
                </a:solidFill>
                <a:latin typeface="+mj-lt"/>
              </a:rPr>
              <a:t>When making call out summary text, take care to change the font </a:t>
            </a:r>
            <a:r>
              <a:rPr lang="en-AU" sz="1600">
                <a:solidFill>
                  <a:schemeClr val="accent2"/>
                </a:solidFill>
                <a:latin typeface="+mj-lt"/>
              </a:rPr>
              <a:t>colour</a:t>
            </a:r>
            <a:r>
              <a:rPr lang="en-US" sz="1600">
                <a:solidFill>
                  <a:schemeClr val="accent2"/>
                </a:solidFill>
                <a:latin typeface="+mj-lt"/>
              </a:rPr>
              <a:t> Aqua Blue and to increase the font size appropriately</a:t>
            </a:r>
          </a:p>
          <a:p>
            <a:r>
              <a:rPr lang="en-US"/>
              <a:t>Alternatively, this is a good </a:t>
            </a:r>
            <a:br>
              <a:rPr lang="en-US"/>
            </a:br>
            <a:r>
              <a:rPr lang="en-US"/>
              <a:t>location for a Stix image or other</a:t>
            </a:r>
          </a:p>
          <a:p>
            <a:r>
              <a:rPr lang="en-US"/>
              <a:t>Please note – make sure the background is transparent before pasting here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5A4E6C43-D590-4165-8E65-C15626F244D2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en-AU"/>
              <a:t>Short subheading goes here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7E6BE92-EF28-4916-AC73-E770BA782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/>
              <a:t>Short subheading goes here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19C0A86C-B32C-40A6-91B1-3C70203769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AU"/>
              <a:t>Short subheading here</a:t>
            </a:r>
          </a:p>
        </p:txBody>
      </p:sp>
    </p:spTree>
    <p:extLst>
      <p:ext uri="{BB962C8B-B14F-4D97-AF65-F5344CB8AC3E}">
        <p14:creationId xmlns:p14="http://schemas.microsoft.com/office/powerpoint/2010/main" val="61937629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9EB61AF8-8419-45EB-B16F-8DA36D33F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2113"/>
          </a:xfrm>
        </p:spPr>
        <p:txBody>
          <a:bodyPr/>
          <a:lstStyle/>
          <a:p>
            <a:r>
              <a:rPr lang="en-US" b="1" dirty="0"/>
              <a:t>Title and four content</a:t>
            </a:r>
            <a:endParaRPr lang="en-AU" b="1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71E585F-05A2-4820-8B50-D6EE1E32C9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4" y="2393950"/>
            <a:ext cx="2705100" cy="3925888"/>
          </a:xfrm>
        </p:spPr>
        <p:txBody>
          <a:bodyPr/>
          <a:lstStyle/>
          <a:p>
            <a:r>
              <a:rPr lang="en-US"/>
              <a:t>Body text Arial size 14</a:t>
            </a:r>
          </a:p>
          <a:p>
            <a:r>
              <a:rPr lang="en-US"/>
              <a:t>Insert text by directly typing </a:t>
            </a:r>
            <a:br>
              <a:rPr lang="en-US"/>
            </a:br>
            <a:r>
              <a:rPr lang="en-US"/>
              <a:t>into the content placeholder</a:t>
            </a:r>
          </a:p>
          <a:p>
            <a:r>
              <a:rPr lang="en-US"/>
              <a:t>Alternatively, select one of </a:t>
            </a:r>
            <a:br>
              <a:rPr lang="en-US"/>
            </a:br>
            <a:r>
              <a:rPr lang="en-US"/>
              <a:t>the icons in the </a:t>
            </a:r>
            <a:r>
              <a:rPr lang="en-US" err="1"/>
              <a:t>centre</a:t>
            </a:r>
            <a:r>
              <a:rPr lang="en-US"/>
              <a:t> of the content placeholder to insert desired content type</a:t>
            </a:r>
          </a:p>
          <a:p>
            <a:r>
              <a:rPr lang="en-US"/>
              <a:t>Bullet level one looks likes this</a:t>
            </a:r>
          </a:p>
          <a:p>
            <a:pPr lvl="1"/>
            <a:r>
              <a:rPr lang="en-US"/>
              <a:t>This is bullet level 2 (size 12)</a:t>
            </a:r>
          </a:p>
          <a:p>
            <a:pPr lvl="2"/>
            <a:r>
              <a:rPr lang="en-US"/>
              <a:t>This is bullet level 3 (size 11)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38C7BBB7-516D-40B2-B296-9267053FD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17876" y="2393950"/>
            <a:ext cx="2705100" cy="3925888"/>
          </a:xfrm>
        </p:spPr>
        <p:txBody>
          <a:bodyPr/>
          <a:lstStyle/>
          <a:p>
            <a:r>
              <a:rPr lang="en-US"/>
              <a:t>Body text Arial size 14</a:t>
            </a:r>
          </a:p>
          <a:p>
            <a:r>
              <a:rPr lang="en-US"/>
              <a:t>Insert text by directly typing </a:t>
            </a:r>
            <a:br>
              <a:rPr lang="en-US"/>
            </a:br>
            <a:r>
              <a:rPr lang="en-US"/>
              <a:t>into the content placeholder</a:t>
            </a:r>
          </a:p>
          <a:p>
            <a:r>
              <a:rPr lang="en-US"/>
              <a:t>Alternatively, select one of </a:t>
            </a:r>
            <a:br>
              <a:rPr lang="en-US"/>
            </a:br>
            <a:r>
              <a:rPr lang="en-US"/>
              <a:t>the icons in the </a:t>
            </a:r>
            <a:r>
              <a:rPr lang="en-US" err="1"/>
              <a:t>centre</a:t>
            </a:r>
            <a:r>
              <a:rPr lang="en-US"/>
              <a:t> of the content placeholder to insert desired content type</a:t>
            </a:r>
          </a:p>
          <a:p>
            <a:r>
              <a:rPr lang="en-US"/>
              <a:t>Bullet level one looks likes this</a:t>
            </a:r>
          </a:p>
          <a:p>
            <a:pPr lvl="1"/>
            <a:r>
              <a:rPr lang="en-US"/>
              <a:t>This is bullet level 2 (size 12)</a:t>
            </a:r>
          </a:p>
          <a:p>
            <a:pPr lvl="2"/>
            <a:r>
              <a:rPr lang="en-US"/>
              <a:t>This is bullet level 3 (size 11)</a:t>
            </a:r>
          </a:p>
          <a:p>
            <a:endParaRPr lang="en-AU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63E2FDCD-F9C1-401A-94BD-AB07AA5FB9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6725" y="833438"/>
            <a:ext cx="9356725" cy="382587"/>
          </a:xfrm>
        </p:spPr>
        <p:txBody>
          <a:bodyPr/>
          <a:lstStyle/>
          <a:p>
            <a:r>
              <a:rPr lang="en-AU"/>
              <a:t>Short subheading goes here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3B7C53A9-B395-45F9-8B36-B192C7A553D0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6167438" y="2393950"/>
            <a:ext cx="2705100" cy="3925888"/>
          </a:xfrm>
        </p:spPr>
        <p:txBody>
          <a:bodyPr/>
          <a:lstStyle/>
          <a:p>
            <a:r>
              <a:rPr lang="en-US"/>
              <a:t>Body text Arial size 14</a:t>
            </a:r>
          </a:p>
          <a:p>
            <a:r>
              <a:rPr lang="en-US"/>
              <a:t>Insert text by directly typing </a:t>
            </a:r>
            <a:br>
              <a:rPr lang="en-US"/>
            </a:br>
            <a:r>
              <a:rPr lang="en-US"/>
              <a:t>into the content placeholder</a:t>
            </a:r>
          </a:p>
          <a:p>
            <a:r>
              <a:rPr lang="en-US"/>
              <a:t>Alternatively, select one of </a:t>
            </a:r>
            <a:br>
              <a:rPr lang="en-US"/>
            </a:br>
            <a:r>
              <a:rPr lang="en-US"/>
              <a:t>the icons in the </a:t>
            </a:r>
            <a:r>
              <a:rPr lang="en-US" err="1"/>
              <a:t>centre</a:t>
            </a:r>
            <a:r>
              <a:rPr lang="en-US"/>
              <a:t> of the content placeholder to insert desired content type</a:t>
            </a:r>
          </a:p>
          <a:p>
            <a:r>
              <a:rPr lang="en-US"/>
              <a:t>Bullet level one looks likes this</a:t>
            </a:r>
          </a:p>
          <a:p>
            <a:pPr lvl="1"/>
            <a:r>
              <a:rPr lang="en-US"/>
              <a:t>This is bullet level 2 (size 12)</a:t>
            </a:r>
          </a:p>
          <a:p>
            <a:pPr lvl="2"/>
            <a:r>
              <a:rPr lang="en-US"/>
              <a:t>This is bullet level 3 (size 11)</a:t>
            </a:r>
          </a:p>
          <a:p>
            <a:endParaRPr lang="en-AU"/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49A50B7C-7DE1-4567-B5E5-AE9AECC1F10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9017000" y="2393950"/>
            <a:ext cx="2705100" cy="3925888"/>
          </a:xfrm>
        </p:spPr>
        <p:txBody>
          <a:bodyPr/>
          <a:lstStyle/>
          <a:p>
            <a:r>
              <a:rPr lang="en-US"/>
              <a:t>Body text Arial size 14</a:t>
            </a:r>
          </a:p>
          <a:p>
            <a:r>
              <a:rPr lang="en-US"/>
              <a:t>Insert text by directly typing </a:t>
            </a:r>
            <a:br>
              <a:rPr lang="en-US"/>
            </a:br>
            <a:r>
              <a:rPr lang="en-US"/>
              <a:t>into the content placeholder</a:t>
            </a:r>
          </a:p>
          <a:p>
            <a:r>
              <a:rPr lang="en-US"/>
              <a:t>Alternatively, select one of </a:t>
            </a:r>
            <a:br>
              <a:rPr lang="en-US"/>
            </a:br>
            <a:r>
              <a:rPr lang="en-US"/>
              <a:t>the icons in the </a:t>
            </a:r>
            <a:r>
              <a:rPr lang="en-US" err="1"/>
              <a:t>centre</a:t>
            </a:r>
            <a:r>
              <a:rPr lang="en-US"/>
              <a:t> of the content placeholder to insert desired content type</a:t>
            </a:r>
          </a:p>
          <a:p>
            <a:r>
              <a:rPr lang="en-US"/>
              <a:t>Bullet level one looks likes this</a:t>
            </a:r>
          </a:p>
          <a:p>
            <a:pPr lvl="1"/>
            <a:r>
              <a:rPr lang="en-US"/>
              <a:t>This is bullet level 2 (size 12)</a:t>
            </a:r>
          </a:p>
          <a:p>
            <a:pPr lvl="2"/>
            <a:r>
              <a:rPr lang="en-US"/>
              <a:t>This is bullet level 3 (size 11)</a:t>
            </a:r>
          </a:p>
          <a:p>
            <a:endParaRPr lang="en-AU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F74E24-1FC3-4248-B7C2-3DEE7B1D99DE}"/>
              </a:ext>
            </a:extLst>
          </p:cNvPr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rPr lang="en-AU"/>
              <a:t>Short subheading </a:t>
            </a:r>
            <a:br>
              <a:rPr lang="en-AU"/>
            </a:br>
            <a:r>
              <a:rPr lang="en-AU"/>
              <a:t>goes here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74EDB4F-B4B1-4724-9AB9-5DA1ED247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/>
              <a:t>Short subheading </a:t>
            </a:r>
            <a:br>
              <a:rPr lang="en-AU"/>
            </a:br>
            <a:r>
              <a:rPr lang="en-AU"/>
              <a:t>goes here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C768A42-9AE5-4EED-85E7-291F430CC18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AU"/>
              <a:t>Short subheading </a:t>
            </a:r>
            <a:br>
              <a:rPr lang="en-AU"/>
            </a:br>
            <a:r>
              <a:rPr lang="en-AU"/>
              <a:t>goes here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8567C76-E831-4B92-B364-A2AA7279D76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AU"/>
              <a:t>Short subheading </a:t>
            </a:r>
            <a:br>
              <a:rPr lang="en-AU"/>
            </a:br>
            <a:r>
              <a:rPr lang="en-AU"/>
              <a:t>goes here</a:t>
            </a:r>
          </a:p>
        </p:txBody>
      </p:sp>
    </p:spTree>
    <p:extLst>
      <p:ext uri="{BB962C8B-B14F-4D97-AF65-F5344CB8AC3E}">
        <p14:creationId xmlns:p14="http://schemas.microsoft.com/office/powerpoint/2010/main" val="361072641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CEC389B-9E0F-471E-BD4E-AF6BB020C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</p:spPr>
        <p:txBody>
          <a:bodyPr lIns="0">
            <a:normAutofit/>
          </a:bodyPr>
          <a:lstStyle/>
          <a:p>
            <a:r>
              <a:rPr lang="en-AU" b="1" dirty="0"/>
              <a:t>Title and four content quadrants</a:t>
            </a:r>
          </a:p>
        </p:txBody>
      </p:sp>
      <p:graphicFrame>
        <p:nvGraphicFramePr>
          <p:cNvPr id="26" name="Content Placeholder 25">
            <a:extLst>
              <a:ext uri="{FF2B5EF4-FFF2-40B4-BE49-F238E27FC236}">
                <a16:creationId xmlns:a16="http://schemas.microsoft.com/office/drawing/2014/main" id="{667DC534-D241-42CF-B7BF-3F98CDEF1493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481013" y="2057400"/>
          <a:ext cx="5219700" cy="1733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3" name="Content Placeholder 42">
            <a:extLst>
              <a:ext uri="{FF2B5EF4-FFF2-40B4-BE49-F238E27FC236}">
                <a16:creationId xmlns:a16="http://schemas.microsoft.com/office/drawing/2014/main" id="{5410F410-FEF9-4BF4-9F21-1E74A145F0DE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81725" y="2057400"/>
          <a:ext cx="5219700" cy="1733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401A4B9-C0A4-4698-A426-83FCB1E511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6725" y="833438"/>
            <a:ext cx="9356725" cy="382587"/>
          </a:xfrm>
        </p:spPr>
        <p:txBody>
          <a:bodyPr/>
          <a:lstStyle/>
          <a:p>
            <a:r>
              <a:rPr lang="en-US" dirty="0"/>
              <a:t>Slide subtitle goes here Arial size 20</a:t>
            </a:r>
          </a:p>
        </p:txBody>
      </p:sp>
      <p:graphicFrame>
        <p:nvGraphicFramePr>
          <p:cNvPr id="46" name="Content Placeholder 45">
            <a:extLst>
              <a:ext uri="{FF2B5EF4-FFF2-40B4-BE49-F238E27FC236}">
                <a16:creationId xmlns:a16="http://schemas.microsoft.com/office/drawing/2014/main" id="{A4AFA740-5C5A-41DC-A332-0EAD07A3399B}"/>
              </a:ext>
            </a:extLst>
          </p:cNvPr>
          <p:cNvGraphicFramePr>
            <a:graphicFrameLocks noGrp="1"/>
          </p:cNvGraphicFramePr>
          <p:nvPr>
            <p:ph sz="half" idx="18"/>
          </p:nvPr>
        </p:nvGraphicFramePr>
        <p:xfrm>
          <a:off x="466725" y="4567238"/>
          <a:ext cx="5219700" cy="1733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242F18E3-C64C-44E4-BA81-FC9E06B7AB01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66725" y="1614814"/>
            <a:ext cx="5220000" cy="314113"/>
          </a:xfrm>
        </p:spPr>
        <p:txBody>
          <a:bodyPr/>
          <a:lstStyle/>
          <a:p>
            <a:r>
              <a:rPr lang="en-AU" dirty="0"/>
              <a:t>Short subheading goes here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A30889A-3ADF-4CC8-8119-07C03F289F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8" y="1614814"/>
            <a:ext cx="5220000" cy="314113"/>
          </a:xfrm>
        </p:spPr>
        <p:txBody>
          <a:bodyPr/>
          <a:lstStyle/>
          <a:p>
            <a:r>
              <a:rPr lang="en-AU" dirty="0"/>
              <a:t>Short subheading goes here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59133AD7-F0D4-4431-879D-415C6028AB7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66725" y="4125294"/>
            <a:ext cx="5220000" cy="314113"/>
          </a:xfrm>
        </p:spPr>
        <p:txBody>
          <a:bodyPr/>
          <a:lstStyle/>
          <a:p>
            <a:r>
              <a:rPr lang="en-AU" dirty="0"/>
              <a:t>Short subheading goes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C8B26-9665-4F57-A270-F8739849E86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67439" y="4125293"/>
            <a:ext cx="5220000" cy="314113"/>
          </a:xfrm>
        </p:spPr>
        <p:txBody>
          <a:bodyPr/>
          <a:lstStyle/>
          <a:p>
            <a:r>
              <a:rPr lang="en-AU" dirty="0"/>
              <a:t>Short subheading goes here</a:t>
            </a:r>
          </a:p>
        </p:txBody>
      </p:sp>
      <p:graphicFrame>
        <p:nvGraphicFramePr>
          <p:cNvPr id="54" name="Content Placeholder 53">
            <a:extLst>
              <a:ext uri="{FF2B5EF4-FFF2-40B4-BE49-F238E27FC236}">
                <a16:creationId xmlns:a16="http://schemas.microsoft.com/office/drawing/2014/main" id="{F5C714E6-51C2-49C8-910E-96264E991B72}"/>
              </a:ext>
            </a:extLst>
          </p:cNvPr>
          <p:cNvGraphicFramePr>
            <a:graphicFrameLocks noGrp="1"/>
          </p:cNvGraphicFramePr>
          <p:nvPr>
            <p:ph sz="half" idx="19"/>
          </p:nvPr>
        </p:nvGraphicFramePr>
        <p:xfrm>
          <a:off x="6167438" y="4567238"/>
          <a:ext cx="5219700" cy="1733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77558737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7D9E45E1-8BA8-4CCC-BAD9-8F4C35D4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Map</a:t>
            </a:r>
            <a:endParaRPr lang="en-AU" b="1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FDFFE6B-FAB6-4947-890F-BC20175B45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/>
              <a:t>Slide subtitle goes here</a:t>
            </a:r>
          </a:p>
        </p:txBody>
      </p:sp>
      <p:pic>
        <p:nvPicPr>
          <p:cNvPr id="2" name="Picture 1" descr="A map of australia with several states&#10;&#10;Description automatically generated">
            <a:extLst>
              <a:ext uri="{FF2B5EF4-FFF2-40B4-BE49-F238E27FC236}">
                <a16:creationId xmlns:a16="http://schemas.microsoft.com/office/drawing/2014/main" id="{8CBB976D-8DA5-CA38-672F-80866406C5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626454"/>
            <a:ext cx="7772400" cy="4374709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0786093-F41C-DC47-BAAF-21D200234D1F}"/>
              </a:ext>
            </a:extLst>
          </p:cNvPr>
          <p:cNvCxnSpPr>
            <a:cxnSpLocks/>
          </p:cNvCxnSpPr>
          <p:nvPr/>
        </p:nvCxnSpPr>
        <p:spPr>
          <a:xfrm flipH="1" flipV="1">
            <a:off x="3546744" y="3132141"/>
            <a:ext cx="961756" cy="522216"/>
          </a:xfrm>
          <a:prstGeom prst="line">
            <a:avLst/>
          </a:prstGeom>
          <a:ln w="12700">
            <a:headEnd type="oval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45D3F04-CCBF-0B16-C1C1-A42BC13BEC1F}"/>
              </a:ext>
            </a:extLst>
          </p:cNvPr>
          <p:cNvCxnSpPr>
            <a:cxnSpLocks/>
          </p:cNvCxnSpPr>
          <p:nvPr/>
        </p:nvCxnSpPr>
        <p:spPr>
          <a:xfrm flipH="1" flipV="1">
            <a:off x="1945863" y="3116202"/>
            <a:ext cx="1600881" cy="15939"/>
          </a:xfrm>
          <a:prstGeom prst="line">
            <a:avLst/>
          </a:prstGeom>
          <a:ln w="127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" name="Content Placeholder 12">
            <a:extLst>
              <a:ext uri="{FF2B5EF4-FFF2-40B4-BE49-F238E27FC236}">
                <a16:creationId xmlns:a16="http://schemas.microsoft.com/office/drawing/2014/main" id="{4F7BCB8C-B52F-7FFE-6869-413AC028B709}"/>
              </a:ext>
            </a:extLst>
          </p:cNvPr>
          <p:cNvSpPr txBox="1">
            <a:spLocks/>
          </p:cNvSpPr>
          <p:nvPr/>
        </p:nvSpPr>
        <p:spPr>
          <a:xfrm>
            <a:off x="1962150" y="2840844"/>
            <a:ext cx="1568305" cy="264968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1200" b="1" dirty="0"/>
              <a:t>Annotation</a:t>
            </a:r>
            <a:endParaRPr lang="en-US" sz="12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3AF6920-9D7E-4CAF-D2FE-54483B991D6F}"/>
              </a:ext>
            </a:extLst>
          </p:cNvPr>
          <p:cNvCxnSpPr>
            <a:cxnSpLocks/>
          </p:cNvCxnSpPr>
          <p:nvPr/>
        </p:nvCxnSpPr>
        <p:spPr>
          <a:xfrm flipH="1" flipV="1">
            <a:off x="5360081" y="1878103"/>
            <a:ext cx="735919" cy="1077653"/>
          </a:xfrm>
          <a:prstGeom prst="line">
            <a:avLst/>
          </a:prstGeom>
          <a:ln w="12700">
            <a:headEnd type="oval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D67F7E-D9A2-B20E-C880-3855C04D15AC}"/>
              </a:ext>
            </a:extLst>
          </p:cNvPr>
          <p:cNvCxnSpPr>
            <a:cxnSpLocks/>
          </p:cNvCxnSpPr>
          <p:nvPr/>
        </p:nvCxnSpPr>
        <p:spPr>
          <a:xfrm flipH="1">
            <a:off x="3530455" y="1878103"/>
            <a:ext cx="1829626" cy="0"/>
          </a:xfrm>
          <a:prstGeom prst="line">
            <a:avLst/>
          </a:prstGeom>
          <a:ln w="127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8C870A25-6FD1-23FD-C373-51903C72CF06}"/>
              </a:ext>
            </a:extLst>
          </p:cNvPr>
          <p:cNvSpPr txBox="1">
            <a:spLocks/>
          </p:cNvSpPr>
          <p:nvPr/>
        </p:nvSpPr>
        <p:spPr>
          <a:xfrm>
            <a:off x="3546744" y="1622724"/>
            <a:ext cx="1568305" cy="264968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1200" b="1" dirty="0"/>
              <a:t>Annotation</a:t>
            </a:r>
            <a:endParaRPr lang="en-US" sz="1200" b="1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59F708AC-414B-1573-47A5-2979E244621D}"/>
              </a:ext>
            </a:extLst>
          </p:cNvPr>
          <p:cNvSpPr txBox="1">
            <a:spLocks/>
          </p:cNvSpPr>
          <p:nvPr/>
        </p:nvSpPr>
        <p:spPr>
          <a:xfrm>
            <a:off x="1962150" y="3107595"/>
            <a:ext cx="1177513" cy="941397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Insert text by directly typing </a:t>
            </a:r>
            <a:br>
              <a:rPr lang="en-US" sz="1200" dirty="0"/>
            </a:br>
            <a:r>
              <a:rPr lang="en-US" sz="1200" dirty="0"/>
              <a:t>into the content placeholder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EEBD186-C8A7-7B8A-7366-9A870F46114B}"/>
              </a:ext>
            </a:extLst>
          </p:cNvPr>
          <p:cNvCxnSpPr>
            <a:cxnSpLocks/>
          </p:cNvCxnSpPr>
          <p:nvPr/>
        </p:nvCxnSpPr>
        <p:spPr>
          <a:xfrm flipH="1">
            <a:off x="5640162" y="4272009"/>
            <a:ext cx="494619" cy="870700"/>
          </a:xfrm>
          <a:prstGeom prst="line">
            <a:avLst/>
          </a:prstGeom>
          <a:ln w="12700">
            <a:headEnd type="oval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8B99959-F39E-E6F3-4127-4E8849012654}"/>
              </a:ext>
            </a:extLst>
          </p:cNvPr>
          <p:cNvCxnSpPr>
            <a:cxnSpLocks/>
          </p:cNvCxnSpPr>
          <p:nvPr/>
        </p:nvCxnSpPr>
        <p:spPr>
          <a:xfrm flipH="1">
            <a:off x="4237392" y="5142709"/>
            <a:ext cx="1402770" cy="0"/>
          </a:xfrm>
          <a:prstGeom prst="line">
            <a:avLst/>
          </a:prstGeom>
          <a:ln w="127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7C4FBC67-0B64-B474-B887-813F77658833}"/>
              </a:ext>
            </a:extLst>
          </p:cNvPr>
          <p:cNvSpPr txBox="1">
            <a:spLocks/>
          </p:cNvSpPr>
          <p:nvPr/>
        </p:nvSpPr>
        <p:spPr>
          <a:xfrm>
            <a:off x="3546744" y="1888494"/>
            <a:ext cx="1177513" cy="941397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Insert text by directly typing </a:t>
            </a:r>
            <a:br>
              <a:rPr lang="en-US" sz="1200" dirty="0"/>
            </a:br>
            <a:r>
              <a:rPr lang="en-US" sz="1200" dirty="0"/>
              <a:t>into the content placeholder</a:t>
            </a:r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4A641CBA-57CE-A5F6-D764-44E53221DFED}"/>
              </a:ext>
            </a:extLst>
          </p:cNvPr>
          <p:cNvSpPr txBox="1">
            <a:spLocks/>
          </p:cNvSpPr>
          <p:nvPr/>
        </p:nvSpPr>
        <p:spPr>
          <a:xfrm>
            <a:off x="4237392" y="4877741"/>
            <a:ext cx="1568305" cy="264968"/>
          </a:xfrm>
          <a:prstGeom prst="rect">
            <a:avLst/>
          </a:prstGeom>
        </p:spPr>
        <p:txBody>
          <a:bodyPr lIns="0" tIns="4680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1200" b="1" dirty="0"/>
              <a:t>Annotation</a:t>
            </a:r>
            <a:endParaRPr lang="en-US" sz="1200" b="1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680F18E-03C3-7B17-60CF-0ADA115C42A1}"/>
              </a:ext>
            </a:extLst>
          </p:cNvPr>
          <p:cNvSpPr txBox="1">
            <a:spLocks/>
          </p:cNvSpPr>
          <p:nvPr/>
        </p:nvSpPr>
        <p:spPr>
          <a:xfrm>
            <a:off x="4237392" y="5143511"/>
            <a:ext cx="1177513" cy="941397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Insert text by directly typing </a:t>
            </a:r>
            <a:br>
              <a:rPr lang="en-US" sz="1200" dirty="0"/>
            </a:br>
            <a:r>
              <a:rPr lang="en-US" sz="1200" dirty="0"/>
              <a:t>into the content placeholder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FCC357A-642A-C198-31CB-9286083042EE}"/>
              </a:ext>
            </a:extLst>
          </p:cNvPr>
          <p:cNvCxnSpPr>
            <a:cxnSpLocks/>
          </p:cNvCxnSpPr>
          <p:nvPr/>
        </p:nvCxnSpPr>
        <p:spPr>
          <a:xfrm flipV="1">
            <a:off x="7546347" y="2400709"/>
            <a:ext cx="1083591" cy="954899"/>
          </a:xfrm>
          <a:prstGeom prst="line">
            <a:avLst/>
          </a:prstGeom>
          <a:ln w="12700">
            <a:headEnd type="oval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3A2A783-538C-C942-9236-F22D6763302C}"/>
              </a:ext>
            </a:extLst>
          </p:cNvPr>
          <p:cNvCxnSpPr>
            <a:cxnSpLocks/>
          </p:cNvCxnSpPr>
          <p:nvPr/>
        </p:nvCxnSpPr>
        <p:spPr>
          <a:xfrm flipH="1">
            <a:off x="8629938" y="2400709"/>
            <a:ext cx="1177513" cy="0"/>
          </a:xfrm>
          <a:prstGeom prst="line">
            <a:avLst/>
          </a:prstGeom>
          <a:ln w="127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DD3E0AD0-4A79-6F6B-E72D-CF5BF463DEAA}"/>
              </a:ext>
            </a:extLst>
          </p:cNvPr>
          <p:cNvSpPr txBox="1">
            <a:spLocks/>
          </p:cNvSpPr>
          <p:nvPr/>
        </p:nvSpPr>
        <p:spPr>
          <a:xfrm>
            <a:off x="8629938" y="2135741"/>
            <a:ext cx="1568305" cy="264968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1200" b="1" dirty="0"/>
              <a:t>Annotation</a:t>
            </a:r>
            <a:endParaRPr lang="en-US" sz="1200" b="1" dirty="0"/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50F4BBE9-5223-F622-E6D2-84661F6ACDB4}"/>
              </a:ext>
            </a:extLst>
          </p:cNvPr>
          <p:cNvSpPr txBox="1">
            <a:spLocks/>
          </p:cNvSpPr>
          <p:nvPr/>
        </p:nvSpPr>
        <p:spPr>
          <a:xfrm>
            <a:off x="8629938" y="2401511"/>
            <a:ext cx="1177513" cy="941397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Insert text by directly typing </a:t>
            </a:r>
            <a:br>
              <a:rPr lang="en-US" sz="1200" dirty="0"/>
            </a:br>
            <a:r>
              <a:rPr lang="en-US" sz="1200" dirty="0"/>
              <a:t>into the content placeholder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ED8AF41-0C94-8B3D-2E64-E3C9F71A94F6}"/>
              </a:ext>
            </a:extLst>
          </p:cNvPr>
          <p:cNvCxnSpPr>
            <a:cxnSpLocks/>
          </p:cNvCxnSpPr>
          <p:nvPr/>
        </p:nvCxnSpPr>
        <p:spPr>
          <a:xfrm flipV="1">
            <a:off x="7944592" y="3796543"/>
            <a:ext cx="1225945" cy="872607"/>
          </a:xfrm>
          <a:prstGeom prst="line">
            <a:avLst/>
          </a:prstGeom>
          <a:ln w="12700">
            <a:headEnd type="oval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F2274BE-FAE8-06B2-9B4C-2495647CE3B9}"/>
              </a:ext>
            </a:extLst>
          </p:cNvPr>
          <p:cNvCxnSpPr>
            <a:cxnSpLocks/>
          </p:cNvCxnSpPr>
          <p:nvPr/>
        </p:nvCxnSpPr>
        <p:spPr>
          <a:xfrm flipH="1">
            <a:off x="9170537" y="3796543"/>
            <a:ext cx="1177513" cy="0"/>
          </a:xfrm>
          <a:prstGeom prst="line">
            <a:avLst/>
          </a:prstGeom>
          <a:ln w="127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E4B31A65-D1B3-6ACF-B1E9-663FA49C8BEC}"/>
              </a:ext>
            </a:extLst>
          </p:cNvPr>
          <p:cNvSpPr txBox="1">
            <a:spLocks/>
          </p:cNvSpPr>
          <p:nvPr/>
        </p:nvSpPr>
        <p:spPr>
          <a:xfrm>
            <a:off x="9170537" y="3531575"/>
            <a:ext cx="1568305" cy="264968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1200" b="1" dirty="0"/>
              <a:t>Annotation</a:t>
            </a:r>
            <a:endParaRPr lang="en-US" sz="1200" b="1" dirty="0"/>
          </a:p>
        </p:txBody>
      </p:sp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442C087A-C62F-686C-F4E8-7403311F4E98}"/>
              </a:ext>
            </a:extLst>
          </p:cNvPr>
          <p:cNvSpPr txBox="1">
            <a:spLocks/>
          </p:cNvSpPr>
          <p:nvPr/>
        </p:nvSpPr>
        <p:spPr>
          <a:xfrm>
            <a:off x="9170537" y="3797345"/>
            <a:ext cx="1177513" cy="941397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Insert text by directly typing </a:t>
            </a:r>
            <a:br>
              <a:rPr lang="en-US" sz="1200" dirty="0"/>
            </a:br>
            <a:r>
              <a:rPr lang="en-US" sz="1200" dirty="0"/>
              <a:t>into the content placeholder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271D88D-4742-4DFE-79CC-EB509E88D44A}"/>
              </a:ext>
            </a:extLst>
          </p:cNvPr>
          <p:cNvCxnSpPr>
            <a:cxnSpLocks/>
          </p:cNvCxnSpPr>
          <p:nvPr/>
        </p:nvCxnSpPr>
        <p:spPr>
          <a:xfrm flipH="1">
            <a:off x="6838633" y="5037305"/>
            <a:ext cx="494619" cy="543599"/>
          </a:xfrm>
          <a:prstGeom prst="line">
            <a:avLst/>
          </a:prstGeom>
          <a:ln w="12700">
            <a:headEnd type="oval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6282400-87B9-0B41-50C6-1BE0FAB158F0}"/>
              </a:ext>
            </a:extLst>
          </p:cNvPr>
          <p:cNvCxnSpPr/>
          <p:nvPr/>
        </p:nvCxnSpPr>
        <p:spPr>
          <a:xfrm flipH="1">
            <a:off x="5851497" y="5580904"/>
            <a:ext cx="987136" cy="0"/>
          </a:xfrm>
          <a:prstGeom prst="line">
            <a:avLst/>
          </a:prstGeom>
          <a:ln w="127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Content Placeholder 12">
            <a:extLst>
              <a:ext uri="{FF2B5EF4-FFF2-40B4-BE49-F238E27FC236}">
                <a16:creationId xmlns:a16="http://schemas.microsoft.com/office/drawing/2014/main" id="{C78A1457-F912-1F40-4F0E-D2CC5C27F723}"/>
              </a:ext>
            </a:extLst>
          </p:cNvPr>
          <p:cNvSpPr txBox="1">
            <a:spLocks/>
          </p:cNvSpPr>
          <p:nvPr/>
        </p:nvSpPr>
        <p:spPr>
          <a:xfrm>
            <a:off x="5851497" y="5315936"/>
            <a:ext cx="1568305" cy="264968"/>
          </a:xfrm>
          <a:prstGeom prst="rect">
            <a:avLst/>
          </a:prstGeom>
        </p:spPr>
        <p:txBody>
          <a:bodyPr lIns="0" tIns="4680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1200" b="1" dirty="0"/>
              <a:t>Annotation</a:t>
            </a:r>
            <a:endParaRPr lang="en-US" sz="1200" b="1" dirty="0"/>
          </a:p>
        </p:txBody>
      </p:sp>
      <p:sp>
        <p:nvSpPr>
          <p:cNvPr id="28" name="Content Placeholder 12">
            <a:extLst>
              <a:ext uri="{FF2B5EF4-FFF2-40B4-BE49-F238E27FC236}">
                <a16:creationId xmlns:a16="http://schemas.microsoft.com/office/drawing/2014/main" id="{187375C5-E3E6-167B-6197-B54509A553EC}"/>
              </a:ext>
            </a:extLst>
          </p:cNvPr>
          <p:cNvSpPr txBox="1">
            <a:spLocks/>
          </p:cNvSpPr>
          <p:nvPr/>
        </p:nvSpPr>
        <p:spPr>
          <a:xfrm>
            <a:off x="5851497" y="5581706"/>
            <a:ext cx="1177513" cy="941397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Insert text by directly typing </a:t>
            </a:r>
            <a:br>
              <a:rPr lang="en-US" sz="1200" dirty="0"/>
            </a:br>
            <a:r>
              <a:rPr lang="en-US" sz="1200" dirty="0"/>
              <a:t>into the content placeholder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867C989-2304-F7AE-6660-96362A8588B6}"/>
              </a:ext>
            </a:extLst>
          </p:cNvPr>
          <p:cNvCxnSpPr>
            <a:cxnSpLocks/>
          </p:cNvCxnSpPr>
          <p:nvPr/>
        </p:nvCxnSpPr>
        <p:spPr>
          <a:xfrm flipV="1">
            <a:off x="7825769" y="5261651"/>
            <a:ext cx="804169" cy="411785"/>
          </a:xfrm>
          <a:prstGeom prst="line">
            <a:avLst/>
          </a:prstGeom>
          <a:ln w="12700">
            <a:headEnd type="oval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FE8CEE2-A9C7-22B6-8D55-A105C85EDEE4}"/>
              </a:ext>
            </a:extLst>
          </p:cNvPr>
          <p:cNvCxnSpPr>
            <a:cxnSpLocks/>
          </p:cNvCxnSpPr>
          <p:nvPr/>
        </p:nvCxnSpPr>
        <p:spPr>
          <a:xfrm flipH="1" flipV="1">
            <a:off x="8629938" y="5258840"/>
            <a:ext cx="1600881" cy="15939"/>
          </a:xfrm>
          <a:prstGeom prst="line">
            <a:avLst/>
          </a:prstGeom>
          <a:ln w="127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Content Placeholder 12">
            <a:extLst>
              <a:ext uri="{FF2B5EF4-FFF2-40B4-BE49-F238E27FC236}">
                <a16:creationId xmlns:a16="http://schemas.microsoft.com/office/drawing/2014/main" id="{57E3A4A0-51E6-A638-4D8A-3524396AAA93}"/>
              </a:ext>
            </a:extLst>
          </p:cNvPr>
          <p:cNvSpPr txBox="1">
            <a:spLocks/>
          </p:cNvSpPr>
          <p:nvPr/>
        </p:nvSpPr>
        <p:spPr>
          <a:xfrm>
            <a:off x="8646225" y="4983482"/>
            <a:ext cx="1568305" cy="264968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1200" b="1" dirty="0"/>
              <a:t>Annotation</a:t>
            </a:r>
            <a:endParaRPr lang="en-US" sz="1200" b="1" dirty="0"/>
          </a:p>
        </p:txBody>
      </p:sp>
      <p:sp>
        <p:nvSpPr>
          <p:cNvPr id="32" name="Content Placeholder 12">
            <a:extLst>
              <a:ext uri="{FF2B5EF4-FFF2-40B4-BE49-F238E27FC236}">
                <a16:creationId xmlns:a16="http://schemas.microsoft.com/office/drawing/2014/main" id="{1014C127-26F9-B727-7AFB-1327EEEF6F1A}"/>
              </a:ext>
            </a:extLst>
          </p:cNvPr>
          <p:cNvSpPr txBox="1">
            <a:spLocks/>
          </p:cNvSpPr>
          <p:nvPr/>
        </p:nvSpPr>
        <p:spPr>
          <a:xfrm>
            <a:off x="8646225" y="5250233"/>
            <a:ext cx="1177513" cy="941397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Insert text by directly typing </a:t>
            </a:r>
            <a:br>
              <a:rPr lang="en-US" sz="1200" dirty="0"/>
            </a:br>
            <a:r>
              <a:rPr lang="en-US" sz="1200" dirty="0"/>
              <a:t>into the 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136485626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1C59F430-3728-44C4-975C-45144B66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</p:spPr>
        <p:txBody>
          <a:bodyPr lIns="0">
            <a:normAutofit/>
          </a:bodyPr>
          <a:lstStyle/>
          <a:p>
            <a:r>
              <a:rPr lang="en-AU" b="1" dirty="0"/>
              <a:t>Map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58598EEF-DFC5-4BE5-8BF0-3AE44C3649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Slide subtitle goes here Arial size 20</a:t>
            </a:r>
          </a:p>
        </p:txBody>
      </p:sp>
      <p:pic>
        <p:nvPicPr>
          <p:cNvPr id="2" name="Picture 1" descr="A map of australia with several states&#10;&#10;Description automatically generated">
            <a:extLst>
              <a:ext uri="{FF2B5EF4-FFF2-40B4-BE49-F238E27FC236}">
                <a16:creationId xmlns:a16="http://schemas.microsoft.com/office/drawing/2014/main" id="{BDE600DE-A81D-99BC-D15C-D9C8E53072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626454"/>
            <a:ext cx="7772400" cy="4374709"/>
          </a:xfrm>
          <a:prstGeom prst="rect">
            <a:avLst/>
          </a:prstGeom>
        </p:spPr>
      </p:pic>
      <p:sp>
        <p:nvSpPr>
          <p:cNvPr id="3" name="Content Placeholder 12">
            <a:extLst>
              <a:ext uri="{FF2B5EF4-FFF2-40B4-BE49-F238E27FC236}">
                <a16:creationId xmlns:a16="http://schemas.microsoft.com/office/drawing/2014/main" id="{86E1DCC9-8290-2AF5-F06E-70610159C7B8}"/>
              </a:ext>
            </a:extLst>
          </p:cNvPr>
          <p:cNvSpPr txBox="1">
            <a:spLocks/>
          </p:cNvSpPr>
          <p:nvPr/>
        </p:nvSpPr>
        <p:spPr>
          <a:xfrm>
            <a:off x="4176137" y="3581297"/>
            <a:ext cx="1060882" cy="536272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AU" sz="1200" dirty="0">
                <a:solidFill>
                  <a:schemeClr val="bg1"/>
                </a:solidFill>
              </a:rPr>
              <a:t>Annotation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A3AC781-AFB2-8EBD-04BE-248B627286CD}"/>
              </a:ext>
            </a:extLst>
          </p:cNvPr>
          <p:cNvSpPr/>
          <p:nvPr/>
        </p:nvSpPr>
        <p:spPr>
          <a:xfrm>
            <a:off x="4660561" y="3453638"/>
            <a:ext cx="92034" cy="920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5" name="Content Placeholder 12">
            <a:extLst>
              <a:ext uri="{FF2B5EF4-FFF2-40B4-BE49-F238E27FC236}">
                <a16:creationId xmlns:a16="http://schemas.microsoft.com/office/drawing/2014/main" id="{37B8A121-3AF5-C2D3-7E36-A9C667102BE9}"/>
              </a:ext>
            </a:extLst>
          </p:cNvPr>
          <p:cNvSpPr txBox="1">
            <a:spLocks/>
          </p:cNvSpPr>
          <p:nvPr/>
        </p:nvSpPr>
        <p:spPr>
          <a:xfrm>
            <a:off x="5589309" y="2892728"/>
            <a:ext cx="1060882" cy="536272"/>
          </a:xfrm>
          <a:prstGeom prst="rect">
            <a:avLst/>
          </a:prstGeom>
        </p:spPr>
        <p:txBody>
          <a:bodyPr lIns="0" tIns="4680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AU" sz="1200" dirty="0">
                <a:solidFill>
                  <a:schemeClr val="bg1"/>
                </a:solidFill>
              </a:rPr>
              <a:t>Annotation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9930423-1508-36B9-5A9F-AB59DDEB7954}"/>
              </a:ext>
            </a:extLst>
          </p:cNvPr>
          <p:cNvSpPr/>
          <p:nvPr/>
        </p:nvSpPr>
        <p:spPr>
          <a:xfrm>
            <a:off x="6073733" y="2765069"/>
            <a:ext cx="92034" cy="920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59FB5115-5C8C-7600-4A48-FA6156ADB1C9}"/>
              </a:ext>
            </a:extLst>
          </p:cNvPr>
          <p:cNvSpPr txBox="1">
            <a:spLocks/>
          </p:cNvSpPr>
          <p:nvPr/>
        </p:nvSpPr>
        <p:spPr>
          <a:xfrm>
            <a:off x="6954983" y="3185502"/>
            <a:ext cx="1060882" cy="536272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AU" sz="1200" dirty="0">
                <a:solidFill>
                  <a:schemeClr val="bg1"/>
                </a:solidFill>
              </a:rPr>
              <a:t>Annotation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3601BB4-F0CF-2CF3-3960-F13CB799FB0E}"/>
              </a:ext>
            </a:extLst>
          </p:cNvPr>
          <p:cNvSpPr/>
          <p:nvPr/>
        </p:nvSpPr>
        <p:spPr>
          <a:xfrm>
            <a:off x="7439407" y="3057843"/>
            <a:ext cx="92034" cy="920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05939598-7EBB-AB0C-5AC2-3D66069FA022}"/>
              </a:ext>
            </a:extLst>
          </p:cNvPr>
          <p:cNvSpPr txBox="1">
            <a:spLocks/>
          </p:cNvSpPr>
          <p:nvPr/>
        </p:nvSpPr>
        <p:spPr>
          <a:xfrm>
            <a:off x="5753576" y="3995718"/>
            <a:ext cx="1060882" cy="536272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AU" sz="1200" dirty="0">
                <a:solidFill>
                  <a:schemeClr val="bg1"/>
                </a:solidFill>
              </a:rPr>
              <a:t>Annotation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A0C7FF3-4DDD-C926-2C3E-28FFE27BCE57}"/>
              </a:ext>
            </a:extLst>
          </p:cNvPr>
          <p:cNvSpPr/>
          <p:nvPr/>
        </p:nvSpPr>
        <p:spPr>
          <a:xfrm>
            <a:off x="6238000" y="3868059"/>
            <a:ext cx="92034" cy="920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1" name="Content Placeholder 12">
            <a:extLst>
              <a:ext uri="{FF2B5EF4-FFF2-40B4-BE49-F238E27FC236}">
                <a16:creationId xmlns:a16="http://schemas.microsoft.com/office/drawing/2014/main" id="{DA9D3E65-5512-6DB8-46DC-305C14705AAA}"/>
              </a:ext>
            </a:extLst>
          </p:cNvPr>
          <p:cNvSpPr txBox="1">
            <a:spLocks/>
          </p:cNvSpPr>
          <p:nvPr/>
        </p:nvSpPr>
        <p:spPr>
          <a:xfrm>
            <a:off x="7190490" y="4393289"/>
            <a:ext cx="1060882" cy="536272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AU" sz="1200" dirty="0">
                <a:solidFill>
                  <a:schemeClr val="bg1"/>
                </a:solidFill>
              </a:rPr>
              <a:t>Annotation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182C17B-783E-6896-5E37-F6A4C153600A}"/>
              </a:ext>
            </a:extLst>
          </p:cNvPr>
          <p:cNvSpPr/>
          <p:nvPr/>
        </p:nvSpPr>
        <p:spPr>
          <a:xfrm>
            <a:off x="7674914" y="4265630"/>
            <a:ext cx="92034" cy="920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CDF0F46-BE32-864A-FE84-FDBB483EF913}"/>
              </a:ext>
            </a:extLst>
          </p:cNvPr>
          <p:cNvSpPr txBox="1">
            <a:spLocks/>
          </p:cNvSpPr>
          <p:nvPr/>
        </p:nvSpPr>
        <p:spPr>
          <a:xfrm>
            <a:off x="7236507" y="5875298"/>
            <a:ext cx="1060882" cy="536272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AU" sz="1200" dirty="0"/>
              <a:t>Annotation</a:t>
            </a:r>
            <a:endParaRPr lang="en-US" sz="1200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FE64A2-11E8-F6DA-25D8-7A6074F710A5}"/>
              </a:ext>
            </a:extLst>
          </p:cNvPr>
          <p:cNvSpPr/>
          <p:nvPr/>
        </p:nvSpPr>
        <p:spPr>
          <a:xfrm>
            <a:off x="7720931" y="5640993"/>
            <a:ext cx="92034" cy="920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B31A1F5C-DACF-E99E-AC9A-81829F80F1A9}"/>
              </a:ext>
            </a:extLst>
          </p:cNvPr>
          <p:cNvSpPr txBox="1">
            <a:spLocks/>
          </p:cNvSpPr>
          <p:nvPr/>
        </p:nvSpPr>
        <p:spPr>
          <a:xfrm>
            <a:off x="6722078" y="5253277"/>
            <a:ext cx="1060882" cy="536272"/>
          </a:xfrm>
          <a:prstGeom prst="rect">
            <a:avLst/>
          </a:prstGeom>
        </p:spPr>
        <p:txBody>
          <a:bodyPr lIns="0" rIns="0" bIns="468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AU" sz="1200" dirty="0"/>
              <a:t>Annotation</a:t>
            </a:r>
            <a:endParaRPr lang="en-US" sz="1200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4F3B54D-B272-12D1-E7D4-1B3540FBF34F}"/>
              </a:ext>
            </a:extLst>
          </p:cNvPr>
          <p:cNvSpPr/>
          <p:nvPr/>
        </p:nvSpPr>
        <p:spPr>
          <a:xfrm>
            <a:off x="7206502" y="5018972"/>
            <a:ext cx="92034" cy="920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10506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7D9E45E1-8BA8-4CCC-BAD9-8F4C35D4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Timeline</a:t>
            </a:r>
            <a:endParaRPr lang="en-AU" b="1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FDFFE6B-FAB6-4947-890F-BC20175B45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/>
              <a:t>Slide subtitle goes here</a:t>
            </a:r>
          </a:p>
        </p:txBody>
      </p:sp>
      <p:sp>
        <p:nvSpPr>
          <p:cNvPr id="33" name="Pentagon 32">
            <a:extLst>
              <a:ext uri="{FF2B5EF4-FFF2-40B4-BE49-F238E27FC236}">
                <a16:creationId xmlns:a16="http://schemas.microsoft.com/office/drawing/2014/main" id="{859F8BD8-8924-03B8-20A8-744D042CEE0E}"/>
              </a:ext>
            </a:extLst>
          </p:cNvPr>
          <p:cNvSpPr/>
          <p:nvPr/>
        </p:nvSpPr>
        <p:spPr>
          <a:xfrm>
            <a:off x="10469605" y="2707762"/>
            <a:ext cx="1165628" cy="389464"/>
          </a:xfrm>
          <a:prstGeom prst="homePlat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4" name="Pentagon 33">
            <a:extLst>
              <a:ext uri="{FF2B5EF4-FFF2-40B4-BE49-F238E27FC236}">
                <a16:creationId xmlns:a16="http://schemas.microsoft.com/office/drawing/2014/main" id="{FDC1AFD2-C4E8-E218-E162-2A0E847B2192}"/>
              </a:ext>
            </a:extLst>
          </p:cNvPr>
          <p:cNvSpPr/>
          <p:nvPr/>
        </p:nvSpPr>
        <p:spPr>
          <a:xfrm>
            <a:off x="9463418" y="2707762"/>
            <a:ext cx="1193695" cy="389464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8730410-469D-52D7-748C-09733CF6FE25}"/>
              </a:ext>
            </a:extLst>
          </p:cNvPr>
          <p:cNvSpPr/>
          <p:nvPr/>
        </p:nvSpPr>
        <p:spPr>
          <a:xfrm>
            <a:off x="9675300" y="2726051"/>
            <a:ext cx="77386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5334D34-EAE5-92CE-539F-7760C0B07F66}"/>
              </a:ext>
            </a:extLst>
          </p:cNvPr>
          <p:cNvSpPr/>
          <p:nvPr/>
        </p:nvSpPr>
        <p:spPr>
          <a:xfrm>
            <a:off x="9588396" y="1802028"/>
            <a:ext cx="8816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15F904BA-6563-72B6-D840-C350F50B0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338592"/>
              </p:ext>
            </p:extLst>
          </p:nvPr>
        </p:nvGraphicFramePr>
        <p:xfrm>
          <a:off x="9537984" y="3165132"/>
          <a:ext cx="1047428" cy="1825499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4742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499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FB753F4A-11EE-672E-E087-85BEC83D7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6408748"/>
              </p:ext>
            </p:extLst>
          </p:nvPr>
        </p:nvGraphicFramePr>
        <p:xfrm>
          <a:off x="8575018" y="3165133"/>
          <a:ext cx="1013378" cy="182550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1337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500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39" name="Pentagon 38">
            <a:extLst>
              <a:ext uri="{FF2B5EF4-FFF2-40B4-BE49-F238E27FC236}">
                <a16:creationId xmlns:a16="http://schemas.microsoft.com/office/drawing/2014/main" id="{AE500263-BA14-C372-F545-ADD7687ED842}"/>
              </a:ext>
            </a:extLst>
          </p:cNvPr>
          <p:cNvSpPr/>
          <p:nvPr/>
        </p:nvSpPr>
        <p:spPr>
          <a:xfrm>
            <a:off x="8376671" y="2707762"/>
            <a:ext cx="1298545" cy="389464"/>
          </a:xfrm>
          <a:prstGeom prst="homePlate">
            <a:avLst/>
          </a:prstGeom>
          <a:solidFill>
            <a:srgbClr val="B3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53ABC8-1C4F-046C-0D7E-2E5536A71AFE}"/>
              </a:ext>
            </a:extLst>
          </p:cNvPr>
          <p:cNvSpPr/>
          <p:nvPr/>
        </p:nvSpPr>
        <p:spPr>
          <a:xfrm>
            <a:off x="8696946" y="2726051"/>
            <a:ext cx="748442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0B52E3A-6A69-C322-6393-F11B632C27E1}"/>
              </a:ext>
            </a:extLst>
          </p:cNvPr>
          <p:cNvSpPr/>
          <p:nvPr/>
        </p:nvSpPr>
        <p:spPr>
          <a:xfrm>
            <a:off x="8593271" y="1790033"/>
            <a:ext cx="8816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2" name="Pentagon 41">
            <a:extLst>
              <a:ext uri="{FF2B5EF4-FFF2-40B4-BE49-F238E27FC236}">
                <a16:creationId xmlns:a16="http://schemas.microsoft.com/office/drawing/2014/main" id="{3D520214-B6E3-C237-7783-A38819167C41}"/>
              </a:ext>
            </a:extLst>
          </p:cNvPr>
          <p:cNvSpPr/>
          <p:nvPr/>
        </p:nvSpPr>
        <p:spPr>
          <a:xfrm>
            <a:off x="7393195" y="2707762"/>
            <a:ext cx="1275834" cy="389464"/>
          </a:xfrm>
          <a:prstGeom prst="homePlate">
            <a:avLst/>
          </a:prstGeom>
          <a:solidFill>
            <a:srgbClr val="CCF1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FBEAD6B-090C-DBF2-A470-DA992C2DD34B}"/>
              </a:ext>
            </a:extLst>
          </p:cNvPr>
          <p:cNvSpPr/>
          <p:nvPr/>
        </p:nvSpPr>
        <p:spPr>
          <a:xfrm>
            <a:off x="7648872" y="2726051"/>
            <a:ext cx="787989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BF59F0-A271-605B-BB46-26EB58A7659B}"/>
              </a:ext>
            </a:extLst>
          </p:cNvPr>
          <p:cNvSpPr/>
          <p:nvPr/>
        </p:nvSpPr>
        <p:spPr>
          <a:xfrm>
            <a:off x="7610128" y="1798491"/>
            <a:ext cx="8816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5" name="Pentagon 44">
            <a:extLst>
              <a:ext uri="{FF2B5EF4-FFF2-40B4-BE49-F238E27FC236}">
                <a16:creationId xmlns:a16="http://schemas.microsoft.com/office/drawing/2014/main" id="{92A9191D-17D8-DA36-CAE9-074E46FA245F}"/>
              </a:ext>
            </a:extLst>
          </p:cNvPr>
          <p:cNvSpPr/>
          <p:nvPr/>
        </p:nvSpPr>
        <p:spPr>
          <a:xfrm>
            <a:off x="6409442" y="2707762"/>
            <a:ext cx="1211514" cy="389464"/>
          </a:xfrm>
          <a:prstGeom prst="homePlate">
            <a:avLst/>
          </a:prstGeom>
          <a:solidFill>
            <a:srgbClr val="E6F8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F895051-4F1F-985C-CBF0-C4983F5022A9}"/>
              </a:ext>
            </a:extLst>
          </p:cNvPr>
          <p:cNvSpPr/>
          <p:nvPr/>
        </p:nvSpPr>
        <p:spPr>
          <a:xfrm>
            <a:off x="6637479" y="2726051"/>
            <a:ext cx="794389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134ACC4-C87D-914C-AAFC-E2AB6C9F86D3}"/>
              </a:ext>
            </a:extLst>
          </p:cNvPr>
          <p:cNvSpPr/>
          <p:nvPr/>
        </p:nvSpPr>
        <p:spPr>
          <a:xfrm>
            <a:off x="6605343" y="1791077"/>
            <a:ext cx="8816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8" name="Pentagon 47">
            <a:extLst>
              <a:ext uri="{FF2B5EF4-FFF2-40B4-BE49-F238E27FC236}">
                <a16:creationId xmlns:a16="http://schemas.microsoft.com/office/drawing/2014/main" id="{4C2555A8-70F0-D118-C0C5-DA354C358ADE}"/>
              </a:ext>
            </a:extLst>
          </p:cNvPr>
          <p:cNvSpPr/>
          <p:nvPr/>
        </p:nvSpPr>
        <p:spPr>
          <a:xfrm>
            <a:off x="5425965" y="2707762"/>
            <a:ext cx="1211514" cy="389464"/>
          </a:xfrm>
          <a:prstGeom prst="homePlate">
            <a:avLst/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F5FAE2B-1542-C5E6-51C1-EBC419CD5AA3}"/>
              </a:ext>
            </a:extLst>
          </p:cNvPr>
          <p:cNvSpPr/>
          <p:nvPr/>
        </p:nvSpPr>
        <p:spPr>
          <a:xfrm>
            <a:off x="5643438" y="2726051"/>
            <a:ext cx="798553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AB1CAAF-BECC-937C-62D0-62F1D28F4B4E}"/>
              </a:ext>
            </a:extLst>
          </p:cNvPr>
          <p:cNvSpPr/>
          <p:nvPr/>
        </p:nvSpPr>
        <p:spPr>
          <a:xfrm>
            <a:off x="5622655" y="1779562"/>
            <a:ext cx="85212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1" name="Pentagon 50">
            <a:extLst>
              <a:ext uri="{FF2B5EF4-FFF2-40B4-BE49-F238E27FC236}">
                <a16:creationId xmlns:a16="http://schemas.microsoft.com/office/drawing/2014/main" id="{1624996A-3CA3-FEA2-908B-F7D8A14984EC}"/>
              </a:ext>
            </a:extLst>
          </p:cNvPr>
          <p:cNvSpPr/>
          <p:nvPr/>
        </p:nvSpPr>
        <p:spPr>
          <a:xfrm>
            <a:off x="4440066" y="2707762"/>
            <a:ext cx="1203372" cy="389464"/>
          </a:xfrm>
          <a:prstGeom prst="homePlat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BB1CCEE-421E-9F97-C337-35C3B56137B7}"/>
              </a:ext>
            </a:extLst>
          </p:cNvPr>
          <p:cNvSpPr/>
          <p:nvPr/>
        </p:nvSpPr>
        <p:spPr>
          <a:xfrm>
            <a:off x="4695043" y="2726051"/>
            <a:ext cx="687481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2C0CB97-1EFE-5050-5C70-4FED976E43D8}"/>
              </a:ext>
            </a:extLst>
          </p:cNvPr>
          <p:cNvSpPr/>
          <p:nvPr/>
        </p:nvSpPr>
        <p:spPr>
          <a:xfrm>
            <a:off x="4639103" y="1779562"/>
            <a:ext cx="807950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B4C2E17F-AC9E-11F4-3C07-DBE30871A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930958"/>
              </p:ext>
            </p:extLst>
          </p:nvPr>
        </p:nvGraphicFramePr>
        <p:xfrm>
          <a:off x="3569751" y="3165132"/>
          <a:ext cx="1036147" cy="1825505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36147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505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55" name="Pentagon 54">
            <a:extLst>
              <a:ext uri="{FF2B5EF4-FFF2-40B4-BE49-F238E27FC236}">
                <a16:creationId xmlns:a16="http://schemas.microsoft.com/office/drawing/2014/main" id="{1A4A0625-7F39-E998-075E-2F17FB73960B}"/>
              </a:ext>
            </a:extLst>
          </p:cNvPr>
          <p:cNvSpPr/>
          <p:nvPr/>
        </p:nvSpPr>
        <p:spPr>
          <a:xfrm>
            <a:off x="3456588" y="2707762"/>
            <a:ext cx="1215795" cy="389464"/>
          </a:xfrm>
          <a:prstGeom prst="homePlat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2889114-A144-61E0-5B84-12F7CBF43F27}"/>
              </a:ext>
            </a:extLst>
          </p:cNvPr>
          <p:cNvSpPr/>
          <p:nvPr/>
        </p:nvSpPr>
        <p:spPr>
          <a:xfrm>
            <a:off x="3684352" y="2726051"/>
            <a:ext cx="733055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DCFECE5-F9F7-50E7-703A-065DD701F57E}"/>
              </a:ext>
            </a:extLst>
          </p:cNvPr>
          <p:cNvSpPr/>
          <p:nvPr/>
        </p:nvSpPr>
        <p:spPr>
          <a:xfrm>
            <a:off x="3651156" y="1793224"/>
            <a:ext cx="79575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58" name="Table 57">
            <a:extLst>
              <a:ext uri="{FF2B5EF4-FFF2-40B4-BE49-F238E27FC236}">
                <a16:creationId xmlns:a16="http://schemas.microsoft.com/office/drawing/2014/main" id="{C9B57F2F-D8A3-A1A6-F9A6-DEDFE2997C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80014"/>
              </p:ext>
            </p:extLst>
          </p:nvPr>
        </p:nvGraphicFramePr>
        <p:xfrm>
          <a:off x="2552204" y="3165133"/>
          <a:ext cx="1032850" cy="1825506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32850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506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59" name="Pentagon 58">
            <a:extLst>
              <a:ext uri="{FF2B5EF4-FFF2-40B4-BE49-F238E27FC236}">
                <a16:creationId xmlns:a16="http://schemas.microsoft.com/office/drawing/2014/main" id="{7313B6F3-19E0-5615-91E8-AB22F2714B3D}"/>
              </a:ext>
            </a:extLst>
          </p:cNvPr>
          <p:cNvSpPr/>
          <p:nvPr/>
        </p:nvSpPr>
        <p:spPr>
          <a:xfrm>
            <a:off x="2421175" y="2707762"/>
            <a:ext cx="1267731" cy="389464"/>
          </a:xfrm>
          <a:prstGeom prst="homePlat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E6EC1B1-6DE7-49E7-3061-C8E62D8FDAF0}"/>
              </a:ext>
            </a:extLst>
          </p:cNvPr>
          <p:cNvSpPr/>
          <p:nvPr/>
        </p:nvSpPr>
        <p:spPr>
          <a:xfrm>
            <a:off x="2662201" y="2726051"/>
            <a:ext cx="80443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652A329-645E-B101-A8BC-C3C4AC2DAC1D}"/>
              </a:ext>
            </a:extLst>
          </p:cNvPr>
          <p:cNvSpPr/>
          <p:nvPr/>
        </p:nvSpPr>
        <p:spPr>
          <a:xfrm>
            <a:off x="2693126" y="1793224"/>
            <a:ext cx="765840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62" name="Table 61">
            <a:extLst>
              <a:ext uri="{FF2B5EF4-FFF2-40B4-BE49-F238E27FC236}">
                <a16:creationId xmlns:a16="http://schemas.microsoft.com/office/drawing/2014/main" id="{93317514-FDFB-0E27-8705-7DD7593362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940800"/>
              </p:ext>
            </p:extLst>
          </p:nvPr>
        </p:nvGraphicFramePr>
        <p:xfrm>
          <a:off x="1532300" y="3165132"/>
          <a:ext cx="1073553" cy="1825507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73553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507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63" name="Pentagon 62">
            <a:extLst>
              <a:ext uri="{FF2B5EF4-FFF2-40B4-BE49-F238E27FC236}">
                <a16:creationId xmlns:a16="http://schemas.microsoft.com/office/drawing/2014/main" id="{A6493862-E86D-14E9-1DF0-124171BF700B}"/>
              </a:ext>
            </a:extLst>
          </p:cNvPr>
          <p:cNvSpPr/>
          <p:nvPr/>
        </p:nvSpPr>
        <p:spPr>
          <a:xfrm>
            <a:off x="1468502" y="2707762"/>
            <a:ext cx="1194707" cy="389464"/>
          </a:xfrm>
          <a:prstGeom prst="homePlat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8FF9A95-35D6-CFD4-CE28-64978C666A33}"/>
              </a:ext>
            </a:extLst>
          </p:cNvPr>
          <p:cNvSpPr/>
          <p:nvPr/>
        </p:nvSpPr>
        <p:spPr>
          <a:xfrm>
            <a:off x="1682111" y="2726051"/>
            <a:ext cx="766003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B863939-CB35-B496-9AC2-E626B08CBA2C}"/>
              </a:ext>
            </a:extLst>
          </p:cNvPr>
          <p:cNvSpPr/>
          <p:nvPr/>
        </p:nvSpPr>
        <p:spPr>
          <a:xfrm>
            <a:off x="1668624" y="1779562"/>
            <a:ext cx="7957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66" name="Table 65">
            <a:extLst>
              <a:ext uri="{FF2B5EF4-FFF2-40B4-BE49-F238E27FC236}">
                <a16:creationId xmlns:a16="http://schemas.microsoft.com/office/drawing/2014/main" id="{CECADE6A-6AE9-7411-DA18-B9132C395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284774"/>
              </p:ext>
            </p:extLst>
          </p:nvPr>
        </p:nvGraphicFramePr>
        <p:xfrm>
          <a:off x="532157" y="3165133"/>
          <a:ext cx="1057599" cy="1825508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57599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508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67" name="Pentagon 66">
            <a:extLst>
              <a:ext uri="{FF2B5EF4-FFF2-40B4-BE49-F238E27FC236}">
                <a16:creationId xmlns:a16="http://schemas.microsoft.com/office/drawing/2014/main" id="{362D9B43-0C83-FE50-6CD1-381A27BA0926}"/>
              </a:ext>
            </a:extLst>
          </p:cNvPr>
          <p:cNvSpPr/>
          <p:nvPr/>
        </p:nvSpPr>
        <p:spPr>
          <a:xfrm>
            <a:off x="514123" y="2707762"/>
            <a:ext cx="1167987" cy="389464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3D4EDC4-68A0-0FE3-81DB-9320DBF50982}"/>
              </a:ext>
            </a:extLst>
          </p:cNvPr>
          <p:cNvSpPr/>
          <p:nvPr/>
        </p:nvSpPr>
        <p:spPr>
          <a:xfrm>
            <a:off x="744949" y="2726051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06BE50D-4D7D-3CE4-2263-757EECEF09B7}"/>
              </a:ext>
            </a:extLst>
          </p:cNvPr>
          <p:cNvGrpSpPr/>
          <p:nvPr/>
        </p:nvGrpSpPr>
        <p:grpSpPr>
          <a:xfrm flipV="1">
            <a:off x="675123" y="1559362"/>
            <a:ext cx="795757" cy="1188222"/>
            <a:chOff x="529649" y="1664429"/>
            <a:chExt cx="795757" cy="1188222"/>
          </a:xfrm>
        </p:grpSpPr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D0C83B-5D27-3928-74E6-82534CFC6B56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6A920E0-BCB1-FB66-4F88-8CFC20CC3823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58D5F76A-A9A8-C85F-38FF-3AD96881C5D9}"/>
              </a:ext>
            </a:extLst>
          </p:cNvPr>
          <p:cNvSpPr/>
          <p:nvPr/>
        </p:nvSpPr>
        <p:spPr>
          <a:xfrm>
            <a:off x="674582" y="1785422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3FC4BF1-2C2A-046D-B580-EE3831142BB7}"/>
              </a:ext>
            </a:extLst>
          </p:cNvPr>
          <p:cNvSpPr txBox="1"/>
          <p:nvPr/>
        </p:nvSpPr>
        <p:spPr>
          <a:xfrm>
            <a:off x="3193473" y="1612900"/>
            <a:ext cx="45719" cy="45719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0EC0937C-0848-DB6F-41E2-AA98949655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309714"/>
              </p:ext>
            </p:extLst>
          </p:nvPr>
        </p:nvGraphicFramePr>
        <p:xfrm>
          <a:off x="7551750" y="3165132"/>
          <a:ext cx="1021006" cy="182550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21006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50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75" name="Rectangle 74">
            <a:extLst>
              <a:ext uri="{FF2B5EF4-FFF2-40B4-BE49-F238E27FC236}">
                <a16:creationId xmlns:a16="http://schemas.microsoft.com/office/drawing/2014/main" id="{703C9402-4261-81E4-36AF-BA697727240D}"/>
              </a:ext>
            </a:extLst>
          </p:cNvPr>
          <p:cNvSpPr/>
          <p:nvPr/>
        </p:nvSpPr>
        <p:spPr>
          <a:xfrm>
            <a:off x="10668593" y="2726051"/>
            <a:ext cx="715295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8817624-3112-7AA8-2710-CFEEA45A3A64}"/>
              </a:ext>
            </a:extLst>
          </p:cNvPr>
          <p:cNvSpPr/>
          <p:nvPr/>
        </p:nvSpPr>
        <p:spPr>
          <a:xfrm>
            <a:off x="10585411" y="1793224"/>
            <a:ext cx="8816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776DEF99-0EE9-1CAA-65FC-BAA59A6F8717}"/>
              </a:ext>
            </a:extLst>
          </p:cNvPr>
          <p:cNvGrpSpPr/>
          <p:nvPr/>
        </p:nvGrpSpPr>
        <p:grpSpPr>
          <a:xfrm flipV="1">
            <a:off x="1669166" y="1559362"/>
            <a:ext cx="795757" cy="1188222"/>
            <a:chOff x="529649" y="1664429"/>
            <a:chExt cx="795757" cy="1188222"/>
          </a:xfrm>
        </p:grpSpPr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6431AF5-8ECF-52D8-0ABD-053A6AED9E07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D1493DFB-FB49-CEFF-C721-66BDAD89B371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940742E-4044-A9C3-938F-D53E89AB4724}"/>
              </a:ext>
            </a:extLst>
          </p:cNvPr>
          <p:cNvGrpSpPr/>
          <p:nvPr/>
        </p:nvGrpSpPr>
        <p:grpSpPr>
          <a:xfrm flipV="1">
            <a:off x="2663209" y="1559362"/>
            <a:ext cx="795757" cy="1188222"/>
            <a:chOff x="529649" y="1664429"/>
            <a:chExt cx="795757" cy="1188222"/>
          </a:xfrm>
        </p:grpSpPr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4ABD8278-30BB-7DC8-7CB5-C7E6E9626CDF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F1EA3F8-C8D3-E51C-9B72-C4088C31B2E1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15B9EFD2-EC88-F6CD-E3AF-CD3E4BCBF504}"/>
              </a:ext>
            </a:extLst>
          </p:cNvPr>
          <p:cNvGrpSpPr/>
          <p:nvPr/>
        </p:nvGrpSpPr>
        <p:grpSpPr>
          <a:xfrm flipV="1">
            <a:off x="10615552" y="1559362"/>
            <a:ext cx="795757" cy="1188222"/>
            <a:chOff x="529649" y="1664429"/>
            <a:chExt cx="795757" cy="1188222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6DC6EE31-E0E2-68EA-3D22-22DB85A2ADEC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A08E741F-30F1-03AE-A181-C7988131661F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1AB65D6-3833-B8BC-F686-BD4CB2E0507F}"/>
              </a:ext>
            </a:extLst>
          </p:cNvPr>
          <p:cNvGrpSpPr/>
          <p:nvPr/>
        </p:nvGrpSpPr>
        <p:grpSpPr>
          <a:xfrm flipV="1">
            <a:off x="9621510" y="1559362"/>
            <a:ext cx="795757" cy="1188222"/>
            <a:chOff x="529649" y="1664429"/>
            <a:chExt cx="795757" cy="1188222"/>
          </a:xfrm>
        </p:grpSpPr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2D786874-4969-5F6F-74E7-18E2AB281767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1FA9FD4-A7FC-F868-81AA-5429FF44B2A1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4DFB9DC-DDD8-DADD-C90D-27E09F514E5A}"/>
              </a:ext>
            </a:extLst>
          </p:cNvPr>
          <p:cNvGrpSpPr/>
          <p:nvPr/>
        </p:nvGrpSpPr>
        <p:grpSpPr>
          <a:xfrm flipV="1">
            <a:off x="8627467" y="1559362"/>
            <a:ext cx="795757" cy="1188222"/>
            <a:chOff x="529649" y="1664429"/>
            <a:chExt cx="795757" cy="1188222"/>
          </a:xfrm>
        </p:grpSpPr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0AC6BA44-A547-F5A8-248A-200B6EE7D2D9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rgbClr val="B3E9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4EAA8584-7544-AD30-3E89-F98FA82C5152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rgbClr val="B3E9E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C735A6FD-CE2D-B630-33D1-11AAA3196DF2}"/>
              </a:ext>
            </a:extLst>
          </p:cNvPr>
          <p:cNvGrpSpPr/>
          <p:nvPr/>
        </p:nvGrpSpPr>
        <p:grpSpPr>
          <a:xfrm flipV="1">
            <a:off x="7633424" y="1559362"/>
            <a:ext cx="795757" cy="1188222"/>
            <a:chOff x="529649" y="1664429"/>
            <a:chExt cx="795757" cy="1188222"/>
          </a:xfrm>
        </p:grpSpPr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EB004C77-0BF5-2757-8BE7-5F4871673845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rgbClr val="CCF1F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BA5F4AE1-810F-57F1-803E-1070AE8E3BF7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rgbClr val="CCF1F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B2BDAC7-6331-E6BE-BBE4-5307224ACB7F}"/>
              </a:ext>
            </a:extLst>
          </p:cNvPr>
          <p:cNvGrpSpPr/>
          <p:nvPr/>
        </p:nvGrpSpPr>
        <p:grpSpPr>
          <a:xfrm flipV="1">
            <a:off x="6639381" y="1559362"/>
            <a:ext cx="795757" cy="1188222"/>
            <a:chOff x="529649" y="1664429"/>
            <a:chExt cx="795757" cy="1188222"/>
          </a:xfrm>
        </p:grpSpPr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2E8843F8-99DA-057D-B86C-A2A1E4B8F2F6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rgbClr val="E6F8F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F43C750-B988-128C-F014-7C48F2A5D700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rgbClr val="E6F8F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5EB9214-2EFB-7984-F539-D9AECADD9EAD}"/>
              </a:ext>
            </a:extLst>
          </p:cNvPr>
          <p:cNvGrpSpPr/>
          <p:nvPr/>
        </p:nvGrpSpPr>
        <p:grpSpPr>
          <a:xfrm flipV="1">
            <a:off x="5645338" y="1559362"/>
            <a:ext cx="795757" cy="1188222"/>
            <a:chOff x="529649" y="1664429"/>
            <a:chExt cx="795757" cy="1188222"/>
          </a:xfrm>
        </p:grpSpPr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E022771-2CBE-0166-625B-1E2698B10F47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accent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115DBE14-1EB5-3D97-767B-322E3B7322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accent1">
                  <a:lumMod val="10000"/>
                  <a:lumOff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497AAEA-A474-590D-675D-B3AF4EA4C37E}"/>
              </a:ext>
            </a:extLst>
          </p:cNvPr>
          <p:cNvGrpSpPr/>
          <p:nvPr/>
        </p:nvGrpSpPr>
        <p:grpSpPr>
          <a:xfrm flipV="1">
            <a:off x="4651295" y="1559362"/>
            <a:ext cx="795757" cy="1188222"/>
            <a:chOff x="529649" y="1664429"/>
            <a:chExt cx="795757" cy="1188222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06433D20-A95E-BBE0-BA7D-BA20001D5954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DD5328A-C47A-C31A-B295-383CBBC5E20B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9C70512-B03D-8354-0A45-B6E68194F02C}"/>
              </a:ext>
            </a:extLst>
          </p:cNvPr>
          <p:cNvGrpSpPr/>
          <p:nvPr/>
        </p:nvGrpSpPr>
        <p:grpSpPr>
          <a:xfrm flipV="1">
            <a:off x="3657252" y="1559362"/>
            <a:ext cx="795757" cy="1188222"/>
            <a:chOff x="529649" y="1664429"/>
            <a:chExt cx="795757" cy="1188222"/>
          </a:xfrm>
        </p:grpSpPr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5D0CE4A-2EC4-0B3F-5995-7254DE4D9499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3B68863B-1FEB-13D8-F529-F73C4EE2C900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07" name="Table 106">
            <a:extLst>
              <a:ext uri="{FF2B5EF4-FFF2-40B4-BE49-F238E27FC236}">
                <a16:creationId xmlns:a16="http://schemas.microsoft.com/office/drawing/2014/main" id="{F2A05736-98C9-D113-E168-142E8B22A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676108"/>
              </p:ext>
            </p:extLst>
          </p:nvPr>
        </p:nvGraphicFramePr>
        <p:xfrm>
          <a:off x="10513674" y="3165133"/>
          <a:ext cx="1013378" cy="1825498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1337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498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08" name="Table 107">
            <a:extLst>
              <a:ext uri="{FF2B5EF4-FFF2-40B4-BE49-F238E27FC236}">
                <a16:creationId xmlns:a16="http://schemas.microsoft.com/office/drawing/2014/main" id="{96E20AE5-DA8D-C5BD-6900-26861420EB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520983"/>
              </p:ext>
            </p:extLst>
          </p:nvPr>
        </p:nvGraphicFramePr>
        <p:xfrm>
          <a:off x="4582779" y="3165133"/>
          <a:ext cx="1021006" cy="1825504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21006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504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09" name="Table 108">
            <a:extLst>
              <a:ext uri="{FF2B5EF4-FFF2-40B4-BE49-F238E27FC236}">
                <a16:creationId xmlns:a16="http://schemas.microsoft.com/office/drawing/2014/main" id="{573F3D9B-E017-20C5-00B8-565E952615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447336"/>
              </p:ext>
            </p:extLst>
          </p:nvPr>
        </p:nvGraphicFramePr>
        <p:xfrm>
          <a:off x="5521447" y="3165132"/>
          <a:ext cx="1061377" cy="1825503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61377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503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10" name="Table 109">
            <a:extLst>
              <a:ext uri="{FF2B5EF4-FFF2-40B4-BE49-F238E27FC236}">
                <a16:creationId xmlns:a16="http://schemas.microsoft.com/office/drawing/2014/main" id="{D611EAD2-EA89-C077-5BC3-E8DC6B5C27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181622"/>
              </p:ext>
            </p:extLst>
          </p:nvPr>
        </p:nvGraphicFramePr>
        <p:xfrm>
          <a:off x="6566750" y="3165133"/>
          <a:ext cx="1013961" cy="1825502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013961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182550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07801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15334D34-EAE5-92CE-539F-7760C0B07F66}"/>
              </a:ext>
            </a:extLst>
          </p:cNvPr>
          <p:cNvSpPr/>
          <p:nvPr/>
        </p:nvSpPr>
        <p:spPr>
          <a:xfrm>
            <a:off x="4209920" y="4023658"/>
            <a:ext cx="8816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0B52E3A-6A69-C322-6393-F11B632C27E1}"/>
              </a:ext>
            </a:extLst>
          </p:cNvPr>
          <p:cNvSpPr/>
          <p:nvPr/>
        </p:nvSpPr>
        <p:spPr>
          <a:xfrm>
            <a:off x="5852831" y="4011663"/>
            <a:ext cx="8816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BF59F0-A271-605B-BB46-26EB58A7659B}"/>
              </a:ext>
            </a:extLst>
          </p:cNvPr>
          <p:cNvSpPr/>
          <p:nvPr/>
        </p:nvSpPr>
        <p:spPr>
          <a:xfrm>
            <a:off x="7500160" y="4020121"/>
            <a:ext cx="8816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134ACC4-C87D-914C-AAFC-E2AB6C9F86D3}"/>
              </a:ext>
            </a:extLst>
          </p:cNvPr>
          <p:cNvSpPr/>
          <p:nvPr/>
        </p:nvSpPr>
        <p:spPr>
          <a:xfrm>
            <a:off x="9153859" y="4012707"/>
            <a:ext cx="8816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8817624-3112-7AA8-2710-CFEEA45A3A64}"/>
              </a:ext>
            </a:extLst>
          </p:cNvPr>
          <p:cNvSpPr/>
          <p:nvPr/>
        </p:nvSpPr>
        <p:spPr>
          <a:xfrm>
            <a:off x="2560450" y="4014854"/>
            <a:ext cx="8816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15B9EFD2-EC88-F6CD-E3AF-CD3E4BCBF504}"/>
              </a:ext>
            </a:extLst>
          </p:cNvPr>
          <p:cNvGrpSpPr/>
          <p:nvPr/>
        </p:nvGrpSpPr>
        <p:grpSpPr>
          <a:xfrm flipV="1">
            <a:off x="2603401" y="3780992"/>
            <a:ext cx="795757" cy="1188222"/>
            <a:chOff x="529649" y="1664429"/>
            <a:chExt cx="795757" cy="1188222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6DC6EE31-E0E2-68EA-3D22-22DB85A2ADEC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A08E741F-30F1-03AE-A181-C7988131661F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1AB65D6-3833-B8BC-F686-BD4CB2E0507F}"/>
              </a:ext>
            </a:extLst>
          </p:cNvPr>
          <p:cNvGrpSpPr/>
          <p:nvPr/>
        </p:nvGrpSpPr>
        <p:grpSpPr>
          <a:xfrm flipV="1">
            <a:off x="4252871" y="3780992"/>
            <a:ext cx="795757" cy="1188222"/>
            <a:chOff x="529649" y="1664429"/>
            <a:chExt cx="795757" cy="1188222"/>
          </a:xfrm>
        </p:grpSpPr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2D786874-4969-5F6F-74E7-18E2AB281767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1FA9FD4-A7FC-F868-81AA-5429FF44B2A1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4DFB9DC-DDD8-DADD-C90D-27E09F514E5A}"/>
              </a:ext>
            </a:extLst>
          </p:cNvPr>
          <p:cNvGrpSpPr/>
          <p:nvPr/>
        </p:nvGrpSpPr>
        <p:grpSpPr>
          <a:xfrm flipV="1">
            <a:off x="5895782" y="3780992"/>
            <a:ext cx="795757" cy="1188222"/>
            <a:chOff x="529649" y="1664429"/>
            <a:chExt cx="795757" cy="1188222"/>
          </a:xfrm>
        </p:grpSpPr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0AC6BA44-A547-F5A8-248A-200B6EE7D2D9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rgbClr val="B3E9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4EAA8584-7544-AD30-3E89-F98FA82C5152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rgbClr val="B3E9E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C735A6FD-CE2D-B630-33D1-11AAA3196DF2}"/>
              </a:ext>
            </a:extLst>
          </p:cNvPr>
          <p:cNvGrpSpPr/>
          <p:nvPr/>
        </p:nvGrpSpPr>
        <p:grpSpPr>
          <a:xfrm flipV="1">
            <a:off x="7543111" y="3780992"/>
            <a:ext cx="795757" cy="1188222"/>
            <a:chOff x="529649" y="1664429"/>
            <a:chExt cx="795757" cy="1188222"/>
          </a:xfrm>
        </p:grpSpPr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EB004C77-0BF5-2757-8BE7-5F4871673845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rgbClr val="CCF1F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BA5F4AE1-810F-57F1-803E-1070AE8E3BF7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rgbClr val="CCF1F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B2BDAC7-6331-E6BE-BBE4-5307224ACB7F}"/>
              </a:ext>
            </a:extLst>
          </p:cNvPr>
          <p:cNvGrpSpPr/>
          <p:nvPr/>
        </p:nvGrpSpPr>
        <p:grpSpPr>
          <a:xfrm flipV="1">
            <a:off x="9196810" y="3780992"/>
            <a:ext cx="795757" cy="1188222"/>
            <a:chOff x="529649" y="1664429"/>
            <a:chExt cx="795757" cy="1188222"/>
          </a:xfrm>
        </p:grpSpPr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2E8843F8-99DA-057D-B86C-A2A1E4B8F2F6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rgbClr val="E6F8F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F43C750-B988-128C-F014-7C48F2A5D700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rgbClr val="E6F8F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Pentagon 27">
            <a:extLst>
              <a:ext uri="{FF2B5EF4-FFF2-40B4-BE49-F238E27FC236}">
                <a16:creationId xmlns:a16="http://schemas.microsoft.com/office/drawing/2014/main" id="{284203A7-280F-8B02-C78A-04433D1C7AC8}"/>
              </a:ext>
            </a:extLst>
          </p:cNvPr>
          <p:cNvSpPr/>
          <p:nvPr/>
        </p:nvSpPr>
        <p:spPr>
          <a:xfrm flipH="1">
            <a:off x="2083279" y="4824509"/>
            <a:ext cx="1836000" cy="389464"/>
          </a:xfrm>
          <a:prstGeom prst="homePlat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7" name="Pentagon 26">
            <a:extLst>
              <a:ext uri="{FF2B5EF4-FFF2-40B4-BE49-F238E27FC236}">
                <a16:creationId xmlns:a16="http://schemas.microsoft.com/office/drawing/2014/main" id="{551FBFB7-CBE4-8887-2A33-11EBB1EB0FA3}"/>
              </a:ext>
            </a:extLst>
          </p:cNvPr>
          <p:cNvSpPr/>
          <p:nvPr/>
        </p:nvSpPr>
        <p:spPr>
          <a:xfrm flipH="1">
            <a:off x="3732749" y="4824509"/>
            <a:ext cx="1836000" cy="389464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6" name="Pentagon 25">
            <a:extLst>
              <a:ext uri="{FF2B5EF4-FFF2-40B4-BE49-F238E27FC236}">
                <a16:creationId xmlns:a16="http://schemas.microsoft.com/office/drawing/2014/main" id="{2CC5A4CB-0BB3-CBE1-76E3-6BA642FE0966}"/>
              </a:ext>
            </a:extLst>
          </p:cNvPr>
          <p:cNvSpPr/>
          <p:nvPr/>
        </p:nvSpPr>
        <p:spPr>
          <a:xfrm flipH="1">
            <a:off x="5375660" y="4824509"/>
            <a:ext cx="1836000" cy="389464"/>
          </a:xfrm>
          <a:prstGeom prst="homePlate">
            <a:avLst/>
          </a:prstGeom>
          <a:solidFill>
            <a:srgbClr val="B3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5" name="Pentagon 24">
            <a:extLst>
              <a:ext uri="{FF2B5EF4-FFF2-40B4-BE49-F238E27FC236}">
                <a16:creationId xmlns:a16="http://schemas.microsoft.com/office/drawing/2014/main" id="{0B4248A0-A81A-AD39-13B9-8F52ADED0D9A}"/>
              </a:ext>
            </a:extLst>
          </p:cNvPr>
          <p:cNvSpPr/>
          <p:nvPr/>
        </p:nvSpPr>
        <p:spPr>
          <a:xfrm flipH="1">
            <a:off x="7022989" y="4824509"/>
            <a:ext cx="1836000" cy="389464"/>
          </a:xfrm>
          <a:prstGeom prst="homePlate">
            <a:avLst/>
          </a:prstGeom>
          <a:solidFill>
            <a:srgbClr val="CCF1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4" name="Pentagon 23">
            <a:extLst>
              <a:ext uri="{FF2B5EF4-FFF2-40B4-BE49-F238E27FC236}">
                <a16:creationId xmlns:a16="http://schemas.microsoft.com/office/drawing/2014/main" id="{501ECD1A-C358-E7F2-5025-4543DBB29B6F}"/>
              </a:ext>
            </a:extLst>
          </p:cNvPr>
          <p:cNvSpPr/>
          <p:nvPr/>
        </p:nvSpPr>
        <p:spPr>
          <a:xfrm flipH="1">
            <a:off x="8549157" y="4824509"/>
            <a:ext cx="1769680" cy="389464"/>
          </a:xfrm>
          <a:prstGeom prst="homePlate">
            <a:avLst/>
          </a:prstGeom>
          <a:solidFill>
            <a:srgbClr val="E6F8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06BE50D-4D7D-3CE4-2263-757EECEF09B7}"/>
              </a:ext>
            </a:extLst>
          </p:cNvPr>
          <p:cNvGrpSpPr/>
          <p:nvPr/>
        </p:nvGrpSpPr>
        <p:grpSpPr>
          <a:xfrm flipV="1">
            <a:off x="909840" y="1351740"/>
            <a:ext cx="795757" cy="1188222"/>
            <a:chOff x="529649" y="1664429"/>
            <a:chExt cx="795757" cy="1188222"/>
          </a:xfrm>
        </p:grpSpPr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D0C83B-5D27-3928-74E6-82534CFC6B56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6A920E0-BCB1-FB66-4F88-8CFC20CC3823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58D5F76A-A9A8-C85F-38FF-3AD96881C5D9}"/>
              </a:ext>
            </a:extLst>
          </p:cNvPr>
          <p:cNvSpPr/>
          <p:nvPr/>
        </p:nvSpPr>
        <p:spPr>
          <a:xfrm>
            <a:off x="909840" y="1577800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AB1CAAF-BECC-937C-62D0-62F1D28F4B4E}"/>
              </a:ext>
            </a:extLst>
          </p:cNvPr>
          <p:cNvSpPr/>
          <p:nvPr/>
        </p:nvSpPr>
        <p:spPr>
          <a:xfrm>
            <a:off x="9168625" y="1571940"/>
            <a:ext cx="85212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2C0CB97-1EFE-5050-5C70-4FED976E43D8}"/>
              </a:ext>
            </a:extLst>
          </p:cNvPr>
          <p:cNvSpPr/>
          <p:nvPr/>
        </p:nvSpPr>
        <p:spPr>
          <a:xfrm>
            <a:off x="7537014" y="1571940"/>
            <a:ext cx="807950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DCFECE5-F9F7-50E7-703A-065DD701F57E}"/>
              </a:ext>
            </a:extLst>
          </p:cNvPr>
          <p:cNvSpPr/>
          <p:nvPr/>
        </p:nvSpPr>
        <p:spPr>
          <a:xfrm>
            <a:off x="5895782" y="1585602"/>
            <a:ext cx="79575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652A329-645E-B101-A8BC-C3C4AC2DAC1D}"/>
              </a:ext>
            </a:extLst>
          </p:cNvPr>
          <p:cNvSpPr/>
          <p:nvPr/>
        </p:nvSpPr>
        <p:spPr>
          <a:xfrm>
            <a:off x="4267829" y="1585602"/>
            <a:ext cx="765840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B863939-CB35-B496-9AC2-E626B08CBA2C}"/>
              </a:ext>
            </a:extLst>
          </p:cNvPr>
          <p:cNvSpPr/>
          <p:nvPr/>
        </p:nvSpPr>
        <p:spPr>
          <a:xfrm>
            <a:off x="2623609" y="1571940"/>
            <a:ext cx="7957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776DEF99-0EE9-1CAA-65FC-BAA59A6F8717}"/>
              </a:ext>
            </a:extLst>
          </p:cNvPr>
          <p:cNvGrpSpPr/>
          <p:nvPr/>
        </p:nvGrpSpPr>
        <p:grpSpPr>
          <a:xfrm flipV="1">
            <a:off x="2623610" y="1351740"/>
            <a:ext cx="795757" cy="1188222"/>
            <a:chOff x="529649" y="1664429"/>
            <a:chExt cx="795757" cy="1188222"/>
          </a:xfrm>
        </p:grpSpPr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6431AF5-8ECF-52D8-0ABD-053A6AED9E07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D1493DFB-FB49-CEFF-C721-66BDAD89B371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940742E-4044-A9C3-938F-D53E89AB4724}"/>
              </a:ext>
            </a:extLst>
          </p:cNvPr>
          <p:cNvGrpSpPr/>
          <p:nvPr/>
        </p:nvGrpSpPr>
        <p:grpSpPr>
          <a:xfrm flipV="1">
            <a:off x="4252871" y="1351740"/>
            <a:ext cx="795757" cy="1188222"/>
            <a:chOff x="529649" y="1664429"/>
            <a:chExt cx="795757" cy="1188222"/>
          </a:xfrm>
        </p:grpSpPr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4ABD8278-30BB-7DC8-7CB5-C7E6E9626CDF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F1EA3F8-C8D3-E51C-9B72-C4088C31B2E1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5EB9214-2EFB-7984-F539-D9AECADD9EAD}"/>
              </a:ext>
            </a:extLst>
          </p:cNvPr>
          <p:cNvGrpSpPr/>
          <p:nvPr/>
        </p:nvGrpSpPr>
        <p:grpSpPr>
          <a:xfrm flipV="1">
            <a:off x="9196810" y="1351740"/>
            <a:ext cx="795757" cy="1188222"/>
            <a:chOff x="529649" y="1664429"/>
            <a:chExt cx="795757" cy="1188222"/>
          </a:xfrm>
        </p:grpSpPr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E022771-2CBE-0166-625B-1E2698B10F47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accent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115DBE14-1EB5-3D97-767B-322E3B7322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accent1">
                  <a:lumMod val="10000"/>
                  <a:lumOff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497AAEA-A474-590D-675D-B3AF4EA4C37E}"/>
              </a:ext>
            </a:extLst>
          </p:cNvPr>
          <p:cNvGrpSpPr/>
          <p:nvPr/>
        </p:nvGrpSpPr>
        <p:grpSpPr>
          <a:xfrm flipV="1">
            <a:off x="7543111" y="1351740"/>
            <a:ext cx="795757" cy="1188222"/>
            <a:chOff x="529649" y="1664429"/>
            <a:chExt cx="795757" cy="1188222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06433D20-A95E-BBE0-BA7D-BA20001D5954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DD5328A-C47A-C31A-B295-383CBBC5E20B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9C70512-B03D-8354-0A45-B6E68194F02C}"/>
              </a:ext>
            </a:extLst>
          </p:cNvPr>
          <p:cNvGrpSpPr/>
          <p:nvPr/>
        </p:nvGrpSpPr>
        <p:grpSpPr>
          <a:xfrm flipV="1">
            <a:off x="5895782" y="1351740"/>
            <a:ext cx="795757" cy="1188222"/>
            <a:chOff x="529649" y="1664429"/>
            <a:chExt cx="795757" cy="1188222"/>
          </a:xfrm>
        </p:grpSpPr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5D0CE4A-2EC4-0B3F-5995-7254DE4D9499}"/>
                </a:ext>
              </a:extLst>
            </p:cNvPr>
            <p:cNvSpPr/>
            <p:nvPr/>
          </p:nvSpPr>
          <p:spPr>
            <a:xfrm>
              <a:off x="529649" y="2062208"/>
              <a:ext cx="795757" cy="790443"/>
            </a:xfrm>
            <a:prstGeom prst="ellipse">
              <a:avLst/>
            </a:prstGeom>
            <a:noFill/>
            <a:ln w="2540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3B68863B-1FEB-13D8-F529-F73C4EE2C900}"/>
                </a:ext>
              </a:extLst>
            </p:cNvPr>
            <p:cNvCxnSpPr>
              <a:cxnSpLocks/>
            </p:cNvCxnSpPr>
            <p:nvPr/>
          </p:nvCxnSpPr>
          <p:spPr>
            <a:xfrm>
              <a:off x="927527" y="1664429"/>
              <a:ext cx="0" cy="393079"/>
            </a:xfrm>
            <a:prstGeom prst="line">
              <a:avLst/>
            </a:prstGeom>
            <a:ln w="25400" cap="rnd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Block Arc 1">
            <a:extLst>
              <a:ext uri="{FF2B5EF4-FFF2-40B4-BE49-F238E27FC236}">
                <a16:creationId xmlns:a16="http://schemas.microsoft.com/office/drawing/2014/main" id="{22F4A091-E175-E06A-EA5C-631D6D2822FC}"/>
              </a:ext>
            </a:extLst>
          </p:cNvPr>
          <p:cNvSpPr/>
          <p:nvPr/>
        </p:nvSpPr>
        <p:spPr>
          <a:xfrm rot="5400000">
            <a:off x="8881126" y="2240825"/>
            <a:ext cx="2825567" cy="3119892"/>
          </a:xfrm>
          <a:prstGeom prst="blockArc">
            <a:avLst>
              <a:gd name="adj1" fmla="val 10800000"/>
              <a:gd name="adj2" fmla="val 21545321"/>
              <a:gd name="adj3" fmla="val 1400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" name="Merge 2">
            <a:extLst>
              <a:ext uri="{FF2B5EF4-FFF2-40B4-BE49-F238E27FC236}">
                <a16:creationId xmlns:a16="http://schemas.microsoft.com/office/drawing/2014/main" id="{C29E0EC5-F534-348C-CC46-14C337738267}"/>
              </a:ext>
            </a:extLst>
          </p:cNvPr>
          <p:cNvSpPr/>
          <p:nvPr/>
        </p:nvSpPr>
        <p:spPr>
          <a:xfrm rot="5400000" flipH="1">
            <a:off x="9999452" y="4887649"/>
            <a:ext cx="404109" cy="247703"/>
          </a:xfrm>
          <a:prstGeom prst="flowChartMerg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ED4E6F18-2CB1-DB03-F493-D4C31C55B1F6}"/>
              </a:ext>
            </a:extLst>
          </p:cNvPr>
          <p:cNvSpPr/>
          <p:nvPr/>
        </p:nvSpPr>
        <p:spPr>
          <a:xfrm>
            <a:off x="8676688" y="2390755"/>
            <a:ext cx="1836000" cy="389464"/>
          </a:xfrm>
          <a:prstGeom prst="homePlate">
            <a:avLst/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46BF2D8C-774D-C49D-F330-8479452C2290}"/>
              </a:ext>
            </a:extLst>
          </p:cNvPr>
          <p:cNvSpPr/>
          <p:nvPr/>
        </p:nvSpPr>
        <p:spPr>
          <a:xfrm>
            <a:off x="7022989" y="2390755"/>
            <a:ext cx="1836000" cy="389464"/>
          </a:xfrm>
          <a:prstGeom prst="homePlat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1" name="Pentagon 10">
            <a:extLst>
              <a:ext uri="{FF2B5EF4-FFF2-40B4-BE49-F238E27FC236}">
                <a16:creationId xmlns:a16="http://schemas.microsoft.com/office/drawing/2014/main" id="{62E5A567-875D-F842-1D8A-7A15355B170D}"/>
              </a:ext>
            </a:extLst>
          </p:cNvPr>
          <p:cNvSpPr/>
          <p:nvPr/>
        </p:nvSpPr>
        <p:spPr>
          <a:xfrm>
            <a:off x="5375660" y="2390755"/>
            <a:ext cx="1836000" cy="389464"/>
          </a:xfrm>
          <a:prstGeom prst="homePlat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63" name="Pentagon 62">
            <a:extLst>
              <a:ext uri="{FF2B5EF4-FFF2-40B4-BE49-F238E27FC236}">
                <a16:creationId xmlns:a16="http://schemas.microsoft.com/office/drawing/2014/main" id="{A6493862-E86D-14E9-1DF0-124171BF700B}"/>
              </a:ext>
            </a:extLst>
          </p:cNvPr>
          <p:cNvSpPr/>
          <p:nvPr/>
        </p:nvSpPr>
        <p:spPr>
          <a:xfrm>
            <a:off x="3732749" y="2390755"/>
            <a:ext cx="1836000" cy="389464"/>
          </a:xfrm>
          <a:prstGeom prst="homePlat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6" name="Pentagon 5">
            <a:extLst>
              <a:ext uri="{FF2B5EF4-FFF2-40B4-BE49-F238E27FC236}">
                <a16:creationId xmlns:a16="http://schemas.microsoft.com/office/drawing/2014/main" id="{FA608518-54A0-02DC-40AD-4507504D58B5}"/>
              </a:ext>
            </a:extLst>
          </p:cNvPr>
          <p:cNvSpPr/>
          <p:nvPr/>
        </p:nvSpPr>
        <p:spPr>
          <a:xfrm>
            <a:off x="2083279" y="2390755"/>
            <a:ext cx="1836000" cy="389464"/>
          </a:xfrm>
          <a:prstGeom prst="homePlat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67" name="Pentagon 66">
            <a:extLst>
              <a:ext uri="{FF2B5EF4-FFF2-40B4-BE49-F238E27FC236}">
                <a16:creationId xmlns:a16="http://schemas.microsoft.com/office/drawing/2014/main" id="{362D9B43-0C83-FE50-6CD1-381A27BA0926}"/>
              </a:ext>
            </a:extLst>
          </p:cNvPr>
          <p:cNvSpPr/>
          <p:nvPr/>
        </p:nvSpPr>
        <p:spPr>
          <a:xfrm>
            <a:off x="514124" y="2390755"/>
            <a:ext cx="1764000" cy="3888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D9E45E1-8BA8-4CCC-BAD9-8F4C35D4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Timeline</a:t>
            </a:r>
            <a:endParaRPr lang="en-AU" b="1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FDFFE6B-FAB6-4947-890F-BC20175B45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Slide subtitle goes here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8730410-469D-52D7-748C-09733CF6FE25}"/>
              </a:ext>
            </a:extLst>
          </p:cNvPr>
          <p:cNvSpPr/>
          <p:nvPr/>
        </p:nvSpPr>
        <p:spPr>
          <a:xfrm>
            <a:off x="4263816" y="4839434"/>
            <a:ext cx="77386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53ABC8-1C4F-046C-0D7E-2E5536A71AFE}"/>
              </a:ext>
            </a:extLst>
          </p:cNvPr>
          <p:cNvSpPr/>
          <p:nvPr/>
        </p:nvSpPr>
        <p:spPr>
          <a:xfrm>
            <a:off x="7566768" y="4839434"/>
            <a:ext cx="748442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FBEAD6B-090C-DBF2-A470-DA992C2DD34B}"/>
              </a:ext>
            </a:extLst>
          </p:cNvPr>
          <p:cNvSpPr/>
          <p:nvPr/>
        </p:nvSpPr>
        <p:spPr>
          <a:xfrm>
            <a:off x="9200694" y="4847855"/>
            <a:ext cx="787989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F895051-4F1F-985C-CBF0-C4983F5022A9}"/>
              </a:ext>
            </a:extLst>
          </p:cNvPr>
          <p:cNvSpPr/>
          <p:nvPr/>
        </p:nvSpPr>
        <p:spPr>
          <a:xfrm>
            <a:off x="5896466" y="4849964"/>
            <a:ext cx="794389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F5FAE2B-1542-C5E6-51C1-EBC419CD5AA3}"/>
              </a:ext>
            </a:extLst>
          </p:cNvPr>
          <p:cNvSpPr/>
          <p:nvPr/>
        </p:nvSpPr>
        <p:spPr>
          <a:xfrm>
            <a:off x="5894384" y="2415878"/>
            <a:ext cx="798553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BB1CCEE-421E-9F97-C337-35C3B56137B7}"/>
              </a:ext>
            </a:extLst>
          </p:cNvPr>
          <p:cNvSpPr/>
          <p:nvPr/>
        </p:nvSpPr>
        <p:spPr>
          <a:xfrm>
            <a:off x="4307009" y="2415878"/>
            <a:ext cx="687481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E6EC1B1-6DE7-49E7-3061-C8E62D8FDAF0}"/>
              </a:ext>
            </a:extLst>
          </p:cNvPr>
          <p:cNvSpPr/>
          <p:nvPr/>
        </p:nvSpPr>
        <p:spPr>
          <a:xfrm>
            <a:off x="2599062" y="2415878"/>
            <a:ext cx="80443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66" name="Table 65">
            <a:extLst>
              <a:ext uri="{FF2B5EF4-FFF2-40B4-BE49-F238E27FC236}">
                <a16:creationId xmlns:a16="http://schemas.microsoft.com/office/drawing/2014/main" id="{CECADE6A-6AE9-7411-DA18-B9132C395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841486"/>
              </p:ext>
            </p:extLst>
          </p:nvPr>
        </p:nvGraphicFramePr>
        <p:xfrm>
          <a:off x="532157" y="2840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68" name="Rectangle 67">
            <a:extLst>
              <a:ext uri="{FF2B5EF4-FFF2-40B4-BE49-F238E27FC236}">
                <a16:creationId xmlns:a16="http://schemas.microsoft.com/office/drawing/2014/main" id="{93D4EDC4-68A0-0FE3-81DB-9320DBF50982}"/>
              </a:ext>
            </a:extLst>
          </p:cNvPr>
          <p:cNvSpPr/>
          <p:nvPr/>
        </p:nvSpPr>
        <p:spPr>
          <a:xfrm>
            <a:off x="979666" y="2415878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3FC4BF1-2C2A-046D-B580-EE3831142BB7}"/>
              </a:ext>
            </a:extLst>
          </p:cNvPr>
          <p:cNvSpPr txBox="1"/>
          <p:nvPr/>
        </p:nvSpPr>
        <p:spPr>
          <a:xfrm>
            <a:off x="3193473" y="1405278"/>
            <a:ext cx="45719" cy="45719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25D6F50-E7DC-F745-EA40-69113C40F8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399262"/>
              </p:ext>
            </p:extLst>
          </p:nvPr>
        </p:nvGraphicFramePr>
        <p:xfrm>
          <a:off x="2241506" y="2840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29977827-C901-E4F8-1FC3-BBA5844EB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042566"/>
              </p:ext>
            </p:extLst>
          </p:nvPr>
        </p:nvGraphicFramePr>
        <p:xfrm>
          <a:off x="3875188" y="2840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8F02E3E-DA1C-F605-CD4B-5B6368D15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8417188"/>
              </p:ext>
            </p:extLst>
          </p:nvPr>
        </p:nvGraphicFramePr>
        <p:xfrm>
          <a:off x="5518099" y="2840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D402D2A-D9CB-8B5D-E8F6-794D9BB82A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089637"/>
              </p:ext>
            </p:extLst>
          </p:nvPr>
        </p:nvGraphicFramePr>
        <p:xfrm>
          <a:off x="7165428" y="2840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5B27CF66-830C-3E6A-74C0-53A191AA7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0536760"/>
              </p:ext>
            </p:extLst>
          </p:nvPr>
        </p:nvGraphicFramePr>
        <p:xfrm>
          <a:off x="8819127" y="2840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112" name="Rectangle 111">
            <a:extLst>
              <a:ext uri="{FF2B5EF4-FFF2-40B4-BE49-F238E27FC236}">
                <a16:creationId xmlns:a16="http://schemas.microsoft.com/office/drawing/2014/main" id="{E0E9287D-903A-C548-48F2-42CAA6514E3A}"/>
              </a:ext>
            </a:extLst>
          </p:cNvPr>
          <p:cNvSpPr/>
          <p:nvPr/>
        </p:nvSpPr>
        <p:spPr>
          <a:xfrm>
            <a:off x="9195412" y="2415878"/>
            <a:ext cx="798553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D4AE3D5-0CE0-CE96-F1C8-8B8E9219CAB9}"/>
              </a:ext>
            </a:extLst>
          </p:cNvPr>
          <p:cNvSpPr/>
          <p:nvPr/>
        </p:nvSpPr>
        <p:spPr>
          <a:xfrm>
            <a:off x="7597249" y="2415878"/>
            <a:ext cx="687481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620F8E-EFA0-8B47-7FD1-B57157F1D944}"/>
              </a:ext>
            </a:extLst>
          </p:cNvPr>
          <p:cNvSpPr/>
          <p:nvPr/>
        </p:nvSpPr>
        <p:spPr>
          <a:xfrm>
            <a:off x="2614346" y="4853594"/>
            <a:ext cx="77386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116" name="Table 115">
            <a:extLst>
              <a:ext uri="{FF2B5EF4-FFF2-40B4-BE49-F238E27FC236}">
                <a16:creationId xmlns:a16="http://schemas.microsoft.com/office/drawing/2014/main" id="{7A8EF7D5-346D-E25C-2FC7-34E2B0BCA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343628"/>
              </p:ext>
            </p:extLst>
          </p:nvPr>
        </p:nvGraphicFramePr>
        <p:xfrm>
          <a:off x="2235438" y="5274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17" name="Table 116">
            <a:extLst>
              <a:ext uri="{FF2B5EF4-FFF2-40B4-BE49-F238E27FC236}">
                <a16:creationId xmlns:a16="http://schemas.microsoft.com/office/drawing/2014/main" id="{698BAC06-CE27-806E-4C8E-0EE061341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804816"/>
              </p:ext>
            </p:extLst>
          </p:nvPr>
        </p:nvGraphicFramePr>
        <p:xfrm>
          <a:off x="3875188" y="5274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18" name="Table 117">
            <a:extLst>
              <a:ext uri="{FF2B5EF4-FFF2-40B4-BE49-F238E27FC236}">
                <a16:creationId xmlns:a16="http://schemas.microsoft.com/office/drawing/2014/main" id="{BC906765-B03A-D3A7-0973-3BA955A2AB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9668962"/>
              </p:ext>
            </p:extLst>
          </p:nvPr>
        </p:nvGraphicFramePr>
        <p:xfrm>
          <a:off x="5518099" y="5274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19" name="Table 118">
            <a:extLst>
              <a:ext uri="{FF2B5EF4-FFF2-40B4-BE49-F238E27FC236}">
                <a16:creationId xmlns:a16="http://schemas.microsoft.com/office/drawing/2014/main" id="{F880C955-75DC-A7E1-7997-047A773C16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927261"/>
              </p:ext>
            </p:extLst>
          </p:nvPr>
        </p:nvGraphicFramePr>
        <p:xfrm>
          <a:off x="7165428" y="5274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20" name="Table 119">
            <a:extLst>
              <a:ext uri="{FF2B5EF4-FFF2-40B4-BE49-F238E27FC236}">
                <a16:creationId xmlns:a16="http://schemas.microsoft.com/office/drawing/2014/main" id="{C777D5F8-3318-9DAD-5BE8-B9301DE09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27240"/>
              </p:ext>
            </p:extLst>
          </p:nvPr>
        </p:nvGraphicFramePr>
        <p:xfrm>
          <a:off x="8819127" y="5274476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217883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entagon 27">
            <a:extLst>
              <a:ext uri="{FF2B5EF4-FFF2-40B4-BE49-F238E27FC236}">
                <a16:creationId xmlns:a16="http://schemas.microsoft.com/office/drawing/2014/main" id="{284203A7-280F-8B02-C78A-04433D1C7AC8}"/>
              </a:ext>
            </a:extLst>
          </p:cNvPr>
          <p:cNvSpPr/>
          <p:nvPr/>
        </p:nvSpPr>
        <p:spPr>
          <a:xfrm flipH="1">
            <a:off x="2083279" y="4076363"/>
            <a:ext cx="1836000" cy="389464"/>
          </a:xfrm>
          <a:prstGeom prst="homePlat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7" name="Pentagon 26">
            <a:extLst>
              <a:ext uri="{FF2B5EF4-FFF2-40B4-BE49-F238E27FC236}">
                <a16:creationId xmlns:a16="http://schemas.microsoft.com/office/drawing/2014/main" id="{551FBFB7-CBE4-8887-2A33-11EBB1EB0FA3}"/>
              </a:ext>
            </a:extLst>
          </p:cNvPr>
          <p:cNvSpPr/>
          <p:nvPr/>
        </p:nvSpPr>
        <p:spPr>
          <a:xfrm flipH="1">
            <a:off x="3732749" y="4076363"/>
            <a:ext cx="1836000" cy="389464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6" name="Pentagon 25">
            <a:extLst>
              <a:ext uri="{FF2B5EF4-FFF2-40B4-BE49-F238E27FC236}">
                <a16:creationId xmlns:a16="http://schemas.microsoft.com/office/drawing/2014/main" id="{2CC5A4CB-0BB3-CBE1-76E3-6BA642FE0966}"/>
              </a:ext>
            </a:extLst>
          </p:cNvPr>
          <p:cNvSpPr/>
          <p:nvPr/>
        </p:nvSpPr>
        <p:spPr>
          <a:xfrm flipH="1">
            <a:off x="5375660" y="4076363"/>
            <a:ext cx="1836000" cy="389464"/>
          </a:xfrm>
          <a:prstGeom prst="homePlate">
            <a:avLst/>
          </a:prstGeom>
          <a:solidFill>
            <a:srgbClr val="B3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5" name="Pentagon 24">
            <a:extLst>
              <a:ext uri="{FF2B5EF4-FFF2-40B4-BE49-F238E27FC236}">
                <a16:creationId xmlns:a16="http://schemas.microsoft.com/office/drawing/2014/main" id="{0B4248A0-A81A-AD39-13B9-8F52ADED0D9A}"/>
              </a:ext>
            </a:extLst>
          </p:cNvPr>
          <p:cNvSpPr/>
          <p:nvPr/>
        </p:nvSpPr>
        <p:spPr>
          <a:xfrm flipH="1">
            <a:off x="7022989" y="4076363"/>
            <a:ext cx="1836000" cy="389464"/>
          </a:xfrm>
          <a:prstGeom prst="homePlate">
            <a:avLst/>
          </a:prstGeom>
          <a:solidFill>
            <a:srgbClr val="CCF1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4" name="Pentagon 23">
            <a:extLst>
              <a:ext uri="{FF2B5EF4-FFF2-40B4-BE49-F238E27FC236}">
                <a16:creationId xmlns:a16="http://schemas.microsoft.com/office/drawing/2014/main" id="{501ECD1A-C358-E7F2-5025-4543DBB29B6F}"/>
              </a:ext>
            </a:extLst>
          </p:cNvPr>
          <p:cNvSpPr/>
          <p:nvPr/>
        </p:nvSpPr>
        <p:spPr>
          <a:xfrm flipH="1">
            <a:off x="8549157" y="4076363"/>
            <a:ext cx="1769680" cy="389464"/>
          </a:xfrm>
          <a:prstGeom prst="homePlate">
            <a:avLst/>
          </a:prstGeom>
          <a:solidFill>
            <a:srgbClr val="E6F8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Block Arc 1">
            <a:extLst>
              <a:ext uri="{FF2B5EF4-FFF2-40B4-BE49-F238E27FC236}">
                <a16:creationId xmlns:a16="http://schemas.microsoft.com/office/drawing/2014/main" id="{22F4A091-E175-E06A-EA5C-631D6D2822FC}"/>
              </a:ext>
            </a:extLst>
          </p:cNvPr>
          <p:cNvSpPr/>
          <p:nvPr/>
        </p:nvSpPr>
        <p:spPr>
          <a:xfrm rot="5400000">
            <a:off x="8881126" y="1492679"/>
            <a:ext cx="2825567" cy="3119892"/>
          </a:xfrm>
          <a:prstGeom prst="blockArc">
            <a:avLst>
              <a:gd name="adj1" fmla="val 10800000"/>
              <a:gd name="adj2" fmla="val 21545321"/>
              <a:gd name="adj3" fmla="val 1400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" name="Merge 2">
            <a:extLst>
              <a:ext uri="{FF2B5EF4-FFF2-40B4-BE49-F238E27FC236}">
                <a16:creationId xmlns:a16="http://schemas.microsoft.com/office/drawing/2014/main" id="{C29E0EC5-F534-348C-CC46-14C337738267}"/>
              </a:ext>
            </a:extLst>
          </p:cNvPr>
          <p:cNvSpPr/>
          <p:nvPr/>
        </p:nvSpPr>
        <p:spPr>
          <a:xfrm rot="5400000" flipH="1">
            <a:off x="9999452" y="4139503"/>
            <a:ext cx="404109" cy="247703"/>
          </a:xfrm>
          <a:prstGeom prst="flowChartMerg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ED4E6F18-2CB1-DB03-F493-D4C31C55B1F6}"/>
              </a:ext>
            </a:extLst>
          </p:cNvPr>
          <p:cNvSpPr/>
          <p:nvPr/>
        </p:nvSpPr>
        <p:spPr>
          <a:xfrm>
            <a:off x="8676688" y="1642609"/>
            <a:ext cx="1836000" cy="389464"/>
          </a:xfrm>
          <a:prstGeom prst="homePlate">
            <a:avLst/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46BF2D8C-774D-C49D-F330-8479452C2290}"/>
              </a:ext>
            </a:extLst>
          </p:cNvPr>
          <p:cNvSpPr/>
          <p:nvPr/>
        </p:nvSpPr>
        <p:spPr>
          <a:xfrm>
            <a:off x="7022989" y="1642609"/>
            <a:ext cx="1836000" cy="389464"/>
          </a:xfrm>
          <a:prstGeom prst="homePlat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1" name="Pentagon 10">
            <a:extLst>
              <a:ext uri="{FF2B5EF4-FFF2-40B4-BE49-F238E27FC236}">
                <a16:creationId xmlns:a16="http://schemas.microsoft.com/office/drawing/2014/main" id="{62E5A567-875D-F842-1D8A-7A15355B170D}"/>
              </a:ext>
            </a:extLst>
          </p:cNvPr>
          <p:cNvSpPr/>
          <p:nvPr/>
        </p:nvSpPr>
        <p:spPr>
          <a:xfrm>
            <a:off x="5375660" y="1642609"/>
            <a:ext cx="1836000" cy="389464"/>
          </a:xfrm>
          <a:prstGeom prst="homePlat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63" name="Pentagon 62">
            <a:extLst>
              <a:ext uri="{FF2B5EF4-FFF2-40B4-BE49-F238E27FC236}">
                <a16:creationId xmlns:a16="http://schemas.microsoft.com/office/drawing/2014/main" id="{A6493862-E86D-14E9-1DF0-124171BF700B}"/>
              </a:ext>
            </a:extLst>
          </p:cNvPr>
          <p:cNvSpPr/>
          <p:nvPr/>
        </p:nvSpPr>
        <p:spPr>
          <a:xfrm>
            <a:off x="3732749" y="1642609"/>
            <a:ext cx="1836000" cy="389464"/>
          </a:xfrm>
          <a:prstGeom prst="homePlat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6" name="Pentagon 5">
            <a:extLst>
              <a:ext uri="{FF2B5EF4-FFF2-40B4-BE49-F238E27FC236}">
                <a16:creationId xmlns:a16="http://schemas.microsoft.com/office/drawing/2014/main" id="{FA608518-54A0-02DC-40AD-4507504D58B5}"/>
              </a:ext>
            </a:extLst>
          </p:cNvPr>
          <p:cNvSpPr/>
          <p:nvPr/>
        </p:nvSpPr>
        <p:spPr>
          <a:xfrm>
            <a:off x="2083279" y="1642609"/>
            <a:ext cx="1836000" cy="389464"/>
          </a:xfrm>
          <a:prstGeom prst="homePlat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67" name="Pentagon 66">
            <a:extLst>
              <a:ext uri="{FF2B5EF4-FFF2-40B4-BE49-F238E27FC236}">
                <a16:creationId xmlns:a16="http://schemas.microsoft.com/office/drawing/2014/main" id="{362D9B43-0C83-FE50-6CD1-381A27BA0926}"/>
              </a:ext>
            </a:extLst>
          </p:cNvPr>
          <p:cNvSpPr/>
          <p:nvPr/>
        </p:nvSpPr>
        <p:spPr>
          <a:xfrm>
            <a:off x="514124" y="1642609"/>
            <a:ext cx="1764000" cy="3888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D9E45E1-8BA8-4CCC-BAD9-8F4C35D4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Timeline</a:t>
            </a:r>
            <a:endParaRPr lang="en-AU" b="1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FDFFE6B-FAB6-4947-890F-BC20175B45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Slide subtitle goes here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8730410-469D-52D7-748C-09733CF6FE25}"/>
              </a:ext>
            </a:extLst>
          </p:cNvPr>
          <p:cNvSpPr/>
          <p:nvPr/>
        </p:nvSpPr>
        <p:spPr>
          <a:xfrm>
            <a:off x="4263816" y="4091288"/>
            <a:ext cx="77386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53ABC8-1C4F-046C-0D7E-2E5536A71AFE}"/>
              </a:ext>
            </a:extLst>
          </p:cNvPr>
          <p:cNvSpPr/>
          <p:nvPr/>
        </p:nvSpPr>
        <p:spPr>
          <a:xfrm>
            <a:off x="7566768" y="4091288"/>
            <a:ext cx="748442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FBEAD6B-090C-DBF2-A470-DA992C2DD34B}"/>
              </a:ext>
            </a:extLst>
          </p:cNvPr>
          <p:cNvSpPr/>
          <p:nvPr/>
        </p:nvSpPr>
        <p:spPr>
          <a:xfrm>
            <a:off x="9200694" y="4099709"/>
            <a:ext cx="787989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F895051-4F1F-985C-CBF0-C4983F5022A9}"/>
              </a:ext>
            </a:extLst>
          </p:cNvPr>
          <p:cNvSpPr/>
          <p:nvPr/>
        </p:nvSpPr>
        <p:spPr>
          <a:xfrm>
            <a:off x="5896466" y="4101818"/>
            <a:ext cx="794389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F5FAE2B-1542-C5E6-51C1-EBC419CD5AA3}"/>
              </a:ext>
            </a:extLst>
          </p:cNvPr>
          <p:cNvSpPr/>
          <p:nvPr/>
        </p:nvSpPr>
        <p:spPr>
          <a:xfrm>
            <a:off x="5894384" y="1667732"/>
            <a:ext cx="798553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BB1CCEE-421E-9F97-C337-35C3B56137B7}"/>
              </a:ext>
            </a:extLst>
          </p:cNvPr>
          <p:cNvSpPr/>
          <p:nvPr/>
        </p:nvSpPr>
        <p:spPr>
          <a:xfrm>
            <a:off x="4307009" y="1667732"/>
            <a:ext cx="687481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E6EC1B1-6DE7-49E7-3061-C8E62D8FDAF0}"/>
              </a:ext>
            </a:extLst>
          </p:cNvPr>
          <p:cNvSpPr/>
          <p:nvPr/>
        </p:nvSpPr>
        <p:spPr>
          <a:xfrm>
            <a:off x="2599062" y="1667732"/>
            <a:ext cx="80443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66" name="Table 65">
            <a:extLst>
              <a:ext uri="{FF2B5EF4-FFF2-40B4-BE49-F238E27FC236}">
                <a16:creationId xmlns:a16="http://schemas.microsoft.com/office/drawing/2014/main" id="{CECADE6A-6AE9-7411-DA18-B9132C395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09333"/>
              </p:ext>
            </p:extLst>
          </p:nvPr>
        </p:nvGraphicFramePr>
        <p:xfrm>
          <a:off x="532157" y="2092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68" name="Rectangle 67">
            <a:extLst>
              <a:ext uri="{FF2B5EF4-FFF2-40B4-BE49-F238E27FC236}">
                <a16:creationId xmlns:a16="http://schemas.microsoft.com/office/drawing/2014/main" id="{93D4EDC4-68A0-0FE3-81DB-9320DBF50982}"/>
              </a:ext>
            </a:extLst>
          </p:cNvPr>
          <p:cNvSpPr/>
          <p:nvPr/>
        </p:nvSpPr>
        <p:spPr>
          <a:xfrm>
            <a:off x="979666" y="1667732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25D6F50-E7DC-F745-EA40-69113C40F8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5432442"/>
              </p:ext>
            </p:extLst>
          </p:nvPr>
        </p:nvGraphicFramePr>
        <p:xfrm>
          <a:off x="2241506" y="2092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29977827-C901-E4F8-1FC3-BBA5844EB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91453"/>
              </p:ext>
            </p:extLst>
          </p:nvPr>
        </p:nvGraphicFramePr>
        <p:xfrm>
          <a:off x="3875188" y="2092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8F02E3E-DA1C-F605-CD4B-5B6368D15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361471"/>
              </p:ext>
            </p:extLst>
          </p:nvPr>
        </p:nvGraphicFramePr>
        <p:xfrm>
          <a:off x="5518099" y="2092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D402D2A-D9CB-8B5D-E8F6-794D9BB82A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2351880"/>
              </p:ext>
            </p:extLst>
          </p:nvPr>
        </p:nvGraphicFramePr>
        <p:xfrm>
          <a:off x="7165428" y="2092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5B27CF66-830C-3E6A-74C0-53A191AA7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7233640"/>
              </p:ext>
            </p:extLst>
          </p:nvPr>
        </p:nvGraphicFramePr>
        <p:xfrm>
          <a:off x="8819127" y="2092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112" name="Rectangle 111">
            <a:extLst>
              <a:ext uri="{FF2B5EF4-FFF2-40B4-BE49-F238E27FC236}">
                <a16:creationId xmlns:a16="http://schemas.microsoft.com/office/drawing/2014/main" id="{E0E9287D-903A-C548-48F2-42CAA6514E3A}"/>
              </a:ext>
            </a:extLst>
          </p:cNvPr>
          <p:cNvSpPr/>
          <p:nvPr/>
        </p:nvSpPr>
        <p:spPr>
          <a:xfrm>
            <a:off x="9195412" y="1667732"/>
            <a:ext cx="798553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D4AE3D5-0CE0-CE96-F1C8-8B8E9219CAB9}"/>
              </a:ext>
            </a:extLst>
          </p:cNvPr>
          <p:cNvSpPr/>
          <p:nvPr/>
        </p:nvSpPr>
        <p:spPr>
          <a:xfrm>
            <a:off x="7597249" y="1667732"/>
            <a:ext cx="687481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620F8E-EFA0-8B47-7FD1-B57157F1D944}"/>
              </a:ext>
            </a:extLst>
          </p:cNvPr>
          <p:cNvSpPr/>
          <p:nvPr/>
        </p:nvSpPr>
        <p:spPr>
          <a:xfrm>
            <a:off x="2614346" y="4105448"/>
            <a:ext cx="77386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bg1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116" name="Table 115">
            <a:extLst>
              <a:ext uri="{FF2B5EF4-FFF2-40B4-BE49-F238E27FC236}">
                <a16:creationId xmlns:a16="http://schemas.microsoft.com/office/drawing/2014/main" id="{7A8EF7D5-346D-E25C-2FC7-34E2B0BCA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276426"/>
              </p:ext>
            </p:extLst>
          </p:nvPr>
        </p:nvGraphicFramePr>
        <p:xfrm>
          <a:off x="2235438" y="4526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17" name="Table 116">
            <a:extLst>
              <a:ext uri="{FF2B5EF4-FFF2-40B4-BE49-F238E27FC236}">
                <a16:creationId xmlns:a16="http://schemas.microsoft.com/office/drawing/2014/main" id="{698BAC06-CE27-806E-4C8E-0EE061341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256719"/>
              </p:ext>
            </p:extLst>
          </p:nvPr>
        </p:nvGraphicFramePr>
        <p:xfrm>
          <a:off x="3875188" y="4526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18" name="Table 117">
            <a:extLst>
              <a:ext uri="{FF2B5EF4-FFF2-40B4-BE49-F238E27FC236}">
                <a16:creationId xmlns:a16="http://schemas.microsoft.com/office/drawing/2014/main" id="{BC906765-B03A-D3A7-0973-3BA955A2AB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184905"/>
              </p:ext>
            </p:extLst>
          </p:nvPr>
        </p:nvGraphicFramePr>
        <p:xfrm>
          <a:off x="5518099" y="4526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19" name="Table 118">
            <a:extLst>
              <a:ext uri="{FF2B5EF4-FFF2-40B4-BE49-F238E27FC236}">
                <a16:creationId xmlns:a16="http://schemas.microsoft.com/office/drawing/2014/main" id="{F880C955-75DC-A7E1-7997-047A773C16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30570"/>
              </p:ext>
            </p:extLst>
          </p:nvPr>
        </p:nvGraphicFramePr>
        <p:xfrm>
          <a:off x="7165428" y="4526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20" name="Table 119">
            <a:extLst>
              <a:ext uri="{FF2B5EF4-FFF2-40B4-BE49-F238E27FC236}">
                <a16:creationId xmlns:a16="http://schemas.microsoft.com/office/drawing/2014/main" id="{C777D5F8-3318-9DAD-5BE8-B9301DE09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674296"/>
              </p:ext>
            </p:extLst>
          </p:nvPr>
        </p:nvGraphicFramePr>
        <p:xfrm>
          <a:off x="8819127" y="4526330"/>
          <a:ext cx="1551122" cy="842091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551122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842091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200" b="0" dirty="0">
                          <a:solidFill>
                            <a:schemeClr val="tx2"/>
                          </a:solidFill>
                        </a:rPr>
                        <a:t>This is bullet level 2 (size 12)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0419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7D9E45E1-8BA8-4CCC-BAD9-8F4C35D4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Timeline</a:t>
            </a:r>
            <a:endParaRPr lang="en-AU" b="1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FDFFE6B-FAB6-4947-890F-BC20175B45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/>
              <a:t>Slide subtitle goes here</a:t>
            </a:r>
          </a:p>
        </p:txBody>
      </p:sp>
      <p:graphicFrame>
        <p:nvGraphicFramePr>
          <p:cNvPr id="58" name="Table 57">
            <a:extLst>
              <a:ext uri="{FF2B5EF4-FFF2-40B4-BE49-F238E27FC236}">
                <a16:creationId xmlns:a16="http://schemas.microsoft.com/office/drawing/2014/main" id="{C9B57F2F-D8A3-A1A6-F9A6-DEDFE2997C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5386619"/>
              </p:ext>
            </p:extLst>
          </p:nvPr>
        </p:nvGraphicFramePr>
        <p:xfrm>
          <a:off x="377545" y="6246763"/>
          <a:ext cx="3089268" cy="458382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08926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45838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73" name="TextBox 72">
            <a:extLst>
              <a:ext uri="{FF2B5EF4-FFF2-40B4-BE49-F238E27FC236}">
                <a16:creationId xmlns:a16="http://schemas.microsoft.com/office/drawing/2014/main" id="{63FC4BF1-2C2A-046D-B580-EE3831142BB7}"/>
              </a:ext>
            </a:extLst>
          </p:cNvPr>
          <p:cNvSpPr txBox="1"/>
          <p:nvPr/>
        </p:nvSpPr>
        <p:spPr>
          <a:xfrm>
            <a:off x="3071553" y="1612900"/>
            <a:ext cx="45719" cy="45719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164270-4E4D-32FF-E771-E0B8536502B3}"/>
              </a:ext>
            </a:extLst>
          </p:cNvPr>
          <p:cNvSpPr txBox="1"/>
          <p:nvPr/>
        </p:nvSpPr>
        <p:spPr>
          <a:xfrm>
            <a:off x="2036064" y="409651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351BA2B-92B0-407E-9966-635FCCAEFAD3}"/>
              </a:ext>
            </a:extLst>
          </p:cNvPr>
          <p:cNvCxnSpPr>
            <a:cxnSpLocks/>
          </p:cNvCxnSpPr>
          <p:nvPr/>
        </p:nvCxnSpPr>
        <p:spPr>
          <a:xfrm flipV="1">
            <a:off x="556767" y="1147183"/>
            <a:ext cx="10285209" cy="4877379"/>
          </a:xfrm>
          <a:prstGeom prst="line">
            <a:avLst/>
          </a:prstGeom>
          <a:ln w="25400" cap="rnd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9B95D21-7B57-8EA0-952F-00DBDF85C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781244"/>
              </p:ext>
            </p:extLst>
          </p:nvPr>
        </p:nvGraphicFramePr>
        <p:xfrm>
          <a:off x="1346582" y="5804169"/>
          <a:ext cx="3089268" cy="458382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08926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45838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3F1FB69-496D-8D43-4B3A-7C444FD53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313290"/>
              </p:ext>
            </p:extLst>
          </p:nvPr>
        </p:nvGraphicFramePr>
        <p:xfrm>
          <a:off x="2327770" y="5306575"/>
          <a:ext cx="3089268" cy="42672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08926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28308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sp>
        <p:nvSpPr>
          <p:cNvPr id="131" name="Oval 130">
            <a:extLst>
              <a:ext uri="{FF2B5EF4-FFF2-40B4-BE49-F238E27FC236}">
                <a16:creationId xmlns:a16="http://schemas.microsoft.com/office/drawing/2014/main" id="{3F82EA23-4250-B8B6-AC35-8033B105E1DF}"/>
              </a:ext>
            </a:extLst>
          </p:cNvPr>
          <p:cNvSpPr/>
          <p:nvPr/>
        </p:nvSpPr>
        <p:spPr>
          <a:xfrm flipV="1">
            <a:off x="377545" y="5421538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C2AC107-6713-1CE4-A21F-CC080FCB80CB}"/>
              </a:ext>
            </a:extLst>
          </p:cNvPr>
          <p:cNvSpPr/>
          <p:nvPr/>
        </p:nvSpPr>
        <p:spPr>
          <a:xfrm>
            <a:off x="377545" y="5529537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9E453DC-1F2E-2695-D474-36376C974E1F}"/>
              </a:ext>
            </a:extLst>
          </p:cNvPr>
          <p:cNvSpPr/>
          <p:nvPr/>
        </p:nvSpPr>
        <p:spPr>
          <a:xfrm>
            <a:off x="447371" y="5783561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CAC7ADBE-AF79-2553-554C-866005ABC627}"/>
              </a:ext>
            </a:extLst>
          </p:cNvPr>
          <p:cNvSpPr/>
          <p:nvPr/>
        </p:nvSpPr>
        <p:spPr>
          <a:xfrm flipV="1">
            <a:off x="1346582" y="4976149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8644B1C5-4BC3-D38F-89D8-3D11EF1482C3}"/>
              </a:ext>
            </a:extLst>
          </p:cNvPr>
          <p:cNvSpPr/>
          <p:nvPr/>
        </p:nvSpPr>
        <p:spPr>
          <a:xfrm>
            <a:off x="1346582" y="5084148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AFC56B76-38A5-3A60-0A91-42C0A12F4590}"/>
              </a:ext>
            </a:extLst>
          </p:cNvPr>
          <p:cNvSpPr/>
          <p:nvPr/>
        </p:nvSpPr>
        <p:spPr>
          <a:xfrm>
            <a:off x="1416408" y="5338172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BF13CBE4-87BF-B28B-2812-4B3E07561171}"/>
              </a:ext>
            </a:extLst>
          </p:cNvPr>
          <p:cNvSpPr/>
          <p:nvPr/>
        </p:nvSpPr>
        <p:spPr>
          <a:xfrm flipV="1">
            <a:off x="2327770" y="4508195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1A0E8EC-03C9-3E94-B312-1AB5C5CEAA92}"/>
              </a:ext>
            </a:extLst>
          </p:cNvPr>
          <p:cNvSpPr/>
          <p:nvPr/>
        </p:nvSpPr>
        <p:spPr>
          <a:xfrm>
            <a:off x="2327770" y="4616194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54A5D0A5-3ADD-48F2-34BA-D8D84E85660E}"/>
              </a:ext>
            </a:extLst>
          </p:cNvPr>
          <p:cNvSpPr/>
          <p:nvPr/>
        </p:nvSpPr>
        <p:spPr>
          <a:xfrm>
            <a:off x="2397596" y="4870218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E58057D4-E04B-8D5E-6789-2B652F053007}"/>
              </a:ext>
            </a:extLst>
          </p:cNvPr>
          <p:cNvSpPr/>
          <p:nvPr/>
        </p:nvSpPr>
        <p:spPr>
          <a:xfrm flipV="1">
            <a:off x="3308958" y="4051164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1413FE3-1AD8-545E-D3EE-EA0E5F503610}"/>
              </a:ext>
            </a:extLst>
          </p:cNvPr>
          <p:cNvSpPr/>
          <p:nvPr/>
        </p:nvSpPr>
        <p:spPr>
          <a:xfrm>
            <a:off x="3308958" y="4159163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8BCB679A-0EAF-EFFD-87E8-C7634D42083A}"/>
              </a:ext>
            </a:extLst>
          </p:cNvPr>
          <p:cNvSpPr/>
          <p:nvPr/>
        </p:nvSpPr>
        <p:spPr>
          <a:xfrm>
            <a:off x="3378784" y="4413187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6E294A3C-A8FE-52CC-8606-CCC398631BE2}"/>
              </a:ext>
            </a:extLst>
          </p:cNvPr>
          <p:cNvSpPr/>
          <p:nvPr/>
        </p:nvSpPr>
        <p:spPr>
          <a:xfrm flipV="1">
            <a:off x="4277424" y="3609853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96EBFD6-EA19-364F-C2D2-2D4A1127E786}"/>
              </a:ext>
            </a:extLst>
          </p:cNvPr>
          <p:cNvSpPr/>
          <p:nvPr/>
        </p:nvSpPr>
        <p:spPr>
          <a:xfrm>
            <a:off x="4277424" y="3717852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54AFB06-26B0-2923-8CBC-740E20CD55F6}"/>
              </a:ext>
            </a:extLst>
          </p:cNvPr>
          <p:cNvSpPr/>
          <p:nvPr/>
        </p:nvSpPr>
        <p:spPr>
          <a:xfrm>
            <a:off x="4347250" y="3971876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A8498DEB-034B-72C3-1D1C-872506FBCA47}"/>
              </a:ext>
            </a:extLst>
          </p:cNvPr>
          <p:cNvSpPr/>
          <p:nvPr/>
        </p:nvSpPr>
        <p:spPr>
          <a:xfrm flipV="1">
            <a:off x="5258785" y="3142293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8F2D3BE0-2611-3636-51C0-8A22FF3F7B38}"/>
              </a:ext>
            </a:extLst>
          </p:cNvPr>
          <p:cNvSpPr/>
          <p:nvPr/>
        </p:nvSpPr>
        <p:spPr>
          <a:xfrm>
            <a:off x="5258785" y="3250292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CA7A3BA-757E-A6DD-0F39-CCBDAF8D13C3}"/>
              </a:ext>
            </a:extLst>
          </p:cNvPr>
          <p:cNvSpPr/>
          <p:nvPr/>
        </p:nvSpPr>
        <p:spPr>
          <a:xfrm>
            <a:off x="5328611" y="3504316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5CB750A8-0BBD-3BA5-A1C4-9150DF5FCD1F}"/>
              </a:ext>
            </a:extLst>
          </p:cNvPr>
          <p:cNvSpPr/>
          <p:nvPr/>
        </p:nvSpPr>
        <p:spPr>
          <a:xfrm flipV="1">
            <a:off x="6226708" y="2684300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rgbClr val="E6F8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41843035-C2B3-D5E2-83BF-3B3461A2FB13}"/>
              </a:ext>
            </a:extLst>
          </p:cNvPr>
          <p:cNvSpPr/>
          <p:nvPr/>
        </p:nvSpPr>
        <p:spPr>
          <a:xfrm>
            <a:off x="6226708" y="2792299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0A85C4B4-BBEC-3C70-5171-0B754C1B1333}"/>
              </a:ext>
            </a:extLst>
          </p:cNvPr>
          <p:cNvSpPr/>
          <p:nvPr/>
        </p:nvSpPr>
        <p:spPr>
          <a:xfrm>
            <a:off x="6296534" y="3046323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1F13F60E-7A1D-743F-10F9-2696FBCDDAF3}"/>
              </a:ext>
            </a:extLst>
          </p:cNvPr>
          <p:cNvSpPr/>
          <p:nvPr/>
        </p:nvSpPr>
        <p:spPr>
          <a:xfrm flipV="1">
            <a:off x="7207628" y="2226226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rgbClr val="CCF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7632A796-7465-1769-CE7F-FB3A8E899E1C}"/>
              </a:ext>
            </a:extLst>
          </p:cNvPr>
          <p:cNvSpPr/>
          <p:nvPr/>
        </p:nvSpPr>
        <p:spPr>
          <a:xfrm>
            <a:off x="7207628" y="2334225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02FB1C25-04DA-F1DA-B96C-461DF6CA1BCE}"/>
              </a:ext>
            </a:extLst>
          </p:cNvPr>
          <p:cNvSpPr/>
          <p:nvPr/>
        </p:nvSpPr>
        <p:spPr>
          <a:xfrm>
            <a:off x="7277454" y="2588249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258F3453-2D6E-75B5-A112-AD8103ED1C4E}"/>
              </a:ext>
            </a:extLst>
          </p:cNvPr>
          <p:cNvSpPr/>
          <p:nvPr/>
        </p:nvSpPr>
        <p:spPr>
          <a:xfrm flipV="1">
            <a:off x="8178727" y="1778255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rgbClr val="B3E9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E9D6F381-E703-2262-4EFC-C96C958C1074}"/>
              </a:ext>
            </a:extLst>
          </p:cNvPr>
          <p:cNvSpPr/>
          <p:nvPr/>
        </p:nvSpPr>
        <p:spPr>
          <a:xfrm>
            <a:off x="8178727" y="1886254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07CD7E32-60B5-C376-57C6-F6A3C48DB30B}"/>
              </a:ext>
            </a:extLst>
          </p:cNvPr>
          <p:cNvSpPr/>
          <p:nvPr/>
        </p:nvSpPr>
        <p:spPr>
          <a:xfrm>
            <a:off x="8248553" y="2140278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A2C9FA65-41DF-EEB9-9382-441EB4552723}"/>
              </a:ext>
            </a:extLst>
          </p:cNvPr>
          <p:cNvSpPr/>
          <p:nvPr/>
        </p:nvSpPr>
        <p:spPr>
          <a:xfrm flipV="1">
            <a:off x="9148010" y="1320492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92E7A11C-8397-5EE4-68AA-4FF12DCBA245}"/>
              </a:ext>
            </a:extLst>
          </p:cNvPr>
          <p:cNvSpPr/>
          <p:nvPr/>
        </p:nvSpPr>
        <p:spPr>
          <a:xfrm>
            <a:off x="9148010" y="1428491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8C0E5A07-6115-647D-865B-8B87BD60092B}"/>
              </a:ext>
            </a:extLst>
          </p:cNvPr>
          <p:cNvSpPr/>
          <p:nvPr/>
        </p:nvSpPr>
        <p:spPr>
          <a:xfrm>
            <a:off x="9217836" y="1682515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tx2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DDD1C7AD-5126-6E12-C091-4C6ED673C551}"/>
              </a:ext>
            </a:extLst>
          </p:cNvPr>
          <p:cNvSpPr/>
          <p:nvPr/>
        </p:nvSpPr>
        <p:spPr>
          <a:xfrm flipV="1">
            <a:off x="10129092" y="863043"/>
            <a:ext cx="795757" cy="790443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5CB35686-B991-255E-088C-BD64E6FDF9C0}"/>
              </a:ext>
            </a:extLst>
          </p:cNvPr>
          <p:cNvSpPr/>
          <p:nvPr/>
        </p:nvSpPr>
        <p:spPr>
          <a:xfrm>
            <a:off x="10129092" y="971042"/>
            <a:ext cx="79575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 w="0"/>
                <a:solidFill>
                  <a:srgbClr val="00B7C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</a:t>
            </a:r>
            <a:endParaRPr kumimoji="0" lang="en-US" sz="2400" b="0" i="0" u="none" strike="noStrike" kern="1200" cap="none" spc="0" normalizeH="0" baseline="0" noProof="0" dirty="0">
              <a:ln w="0"/>
              <a:solidFill>
                <a:schemeClr val="tx2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B0D01127-89DE-A050-67DA-63D2A9FDC688}"/>
              </a:ext>
            </a:extLst>
          </p:cNvPr>
          <p:cNvSpPr/>
          <p:nvPr/>
        </p:nvSpPr>
        <p:spPr>
          <a:xfrm>
            <a:off x="10198918" y="1225066"/>
            <a:ext cx="656104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ln w="0"/>
                <a:solidFill>
                  <a:schemeClr val="accent5"/>
                </a:solidFill>
                <a:latin typeface="Arial" panose="020B0604020202020204"/>
              </a:rPr>
              <a:t>2000</a:t>
            </a:r>
            <a:endParaRPr kumimoji="0" lang="en-US" sz="1600" b="1" i="0" u="none" strike="noStrike" kern="1200" cap="none" spc="0" normalizeH="0" baseline="0" noProof="0" dirty="0">
              <a:ln w="0"/>
              <a:solidFill>
                <a:schemeClr val="accent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01" name="Table 200">
            <a:extLst>
              <a:ext uri="{FF2B5EF4-FFF2-40B4-BE49-F238E27FC236}">
                <a16:creationId xmlns:a16="http://schemas.microsoft.com/office/drawing/2014/main" id="{50DD18A4-A2BF-1F50-D4DF-DFE4BB0E4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86190"/>
              </p:ext>
            </p:extLst>
          </p:nvPr>
        </p:nvGraphicFramePr>
        <p:xfrm>
          <a:off x="3303613" y="4833514"/>
          <a:ext cx="3089268" cy="42672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08926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28308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02" name="Table 201">
            <a:extLst>
              <a:ext uri="{FF2B5EF4-FFF2-40B4-BE49-F238E27FC236}">
                <a16:creationId xmlns:a16="http://schemas.microsoft.com/office/drawing/2014/main" id="{67C2F165-4B2D-F2A3-D267-E92B258E47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87169"/>
              </p:ext>
            </p:extLst>
          </p:nvPr>
        </p:nvGraphicFramePr>
        <p:xfrm>
          <a:off x="4220784" y="4403545"/>
          <a:ext cx="3089268" cy="42672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08926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28308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03" name="Table 202">
            <a:extLst>
              <a:ext uri="{FF2B5EF4-FFF2-40B4-BE49-F238E27FC236}">
                <a16:creationId xmlns:a16="http://schemas.microsoft.com/office/drawing/2014/main" id="{4E4B70CD-8AE9-5EEC-A93A-B35C5376D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067657"/>
              </p:ext>
            </p:extLst>
          </p:nvPr>
        </p:nvGraphicFramePr>
        <p:xfrm>
          <a:off x="5258785" y="3947107"/>
          <a:ext cx="3089268" cy="42672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08926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28308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04" name="Table 203">
            <a:extLst>
              <a:ext uri="{FF2B5EF4-FFF2-40B4-BE49-F238E27FC236}">
                <a16:creationId xmlns:a16="http://schemas.microsoft.com/office/drawing/2014/main" id="{AF206B2E-C6BD-90F7-B970-0DE3315C05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3551352"/>
              </p:ext>
            </p:extLst>
          </p:nvPr>
        </p:nvGraphicFramePr>
        <p:xfrm>
          <a:off x="6232777" y="3482533"/>
          <a:ext cx="3089268" cy="42672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08926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28308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05" name="Table 204">
            <a:extLst>
              <a:ext uri="{FF2B5EF4-FFF2-40B4-BE49-F238E27FC236}">
                <a16:creationId xmlns:a16="http://schemas.microsoft.com/office/drawing/2014/main" id="{2ED36135-4A2E-7711-DD63-9E9154DDD2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561353"/>
              </p:ext>
            </p:extLst>
          </p:nvPr>
        </p:nvGraphicFramePr>
        <p:xfrm>
          <a:off x="7133263" y="2999439"/>
          <a:ext cx="3089268" cy="42672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08926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28308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06" name="Table 205">
            <a:extLst>
              <a:ext uri="{FF2B5EF4-FFF2-40B4-BE49-F238E27FC236}">
                <a16:creationId xmlns:a16="http://schemas.microsoft.com/office/drawing/2014/main" id="{548FF484-E8B1-CDE5-5F6A-BDB8A82FC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176546"/>
              </p:ext>
            </p:extLst>
          </p:nvPr>
        </p:nvGraphicFramePr>
        <p:xfrm>
          <a:off x="8156896" y="2568698"/>
          <a:ext cx="3089268" cy="42672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08926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28308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07" name="Table 206">
            <a:extLst>
              <a:ext uri="{FF2B5EF4-FFF2-40B4-BE49-F238E27FC236}">
                <a16:creationId xmlns:a16="http://schemas.microsoft.com/office/drawing/2014/main" id="{B38C06BE-C6B4-02C4-78BC-3F0B7BB72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2375629"/>
              </p:ext>
            </p:extLst>
          </p:nvPr>
        </p:nvGraphicFramePr>
        <p:xfrm>
          <a:off x="10060462" y="1662515"/>
          <a:ext cx="2385508" cy="445217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238550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445217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  <p:graphicFrame>
        <p:nvGraphicFramePr>
          <p:cNvPr id="208" name="Table 207">
            <a:extLst>
              <a:ext uri="{FF2B5EF4-FFF2-40B4-BE49-F238E27FC236}">
                <a16:creationId xmlns:a16="http://schemas.microsoft.com/office/drawing/2014/main" id="{4F4EEFD5-FDC0-016A-C5C8-1EEFA0ADB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520574"/>
              </p:ext>
            </p:extLst>
          </p:nvPr>
        </p:nvGraphicFramePr>
        <p:xfrm>
          <a:off x="9148010" y="2125124"/>
          <a:ext cx="3089268" cy="42672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089268">
                  <a:extLst>
                    <a:ext uri="{9D8B030D-6E8A-4147-A177-3AD203B41FA5}">
                      <a16:colId xmlns:a16="http://schemas.microsoft.com/office/drawing/2014/main" val="3045100558"/>
                    </a:ext>
                  </a:extLst>
                </a:gridCol>
              </a:tblGrid>
              <a:tr h="283082">
                <a:tc>
                  <a:txBody>
                    <a:bodyPr/>
                    <a:lstStyle/>
                    <a:p>
                      <a:pPr marL="99450" indent="-99450">
                        <a:buClr>
                          <a:schemeClr val="accent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  <a:p>
                      <a:pPr marL="99450" marR="0" lvl="0" indent="-99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1100" b="0" dirty="0">
                          <a:solidFill>
                            <a:schemeClr val="tx2"/>
                          </a:solidFill>
                        </a:rPr>
                        <a:t>This is bullet level 3 (size 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48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912843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7D9E45E1-8BA8-4CCC-BAD9-8F4C35D4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Title only midnight blue</a:t>
            </a:r>
            <a:endParaRPr lang="en-AU" b="1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FDFFE6B-FAB6-4947-890F-BC20175B45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/>
              <a:t>Slide subtitle goes here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07AC84E-8307-4429-8722-D27F3362AEE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6726" y="6572251"/>
            <a:ext cx="7456488" cy="1412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Insert source text here 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113817317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238C7-42F4-593C-10B4-B41BA89F7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92B8BC6-C9D8-B315-C9A4-54CA7202A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Title and table</a:t>
            </a:r>
            <a:endParaRPr lang="en-AU" b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3E0774-3E00-DA0B-E369-CFE303C46D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Slide subtitle goes here</a:t>
            </a:r>
          </a:p>
        </p:txBody>
      </p:sp>
      <p:graphicFrame>
        <p:nvGraphicFramePr>
          <p:cNvPr id="4" name="Table 12">
            <a:extLst>
              <a:ext uri="{FF2B5EF4-FFF2-40B4-BE49-F238E27FC236}">
                <a16:creationId xmlns:a16="http://schemas.microsoft.com/office/drawing/2014/main" id="{DB2B55D6-CE51-39A3-C35F-72C782145C14}"/>
              </a:ext>
            </a:extLst>
          </p:cNvPr>
          <p:cNvGraphicFramePr>
            <a:graphicFrameLocks/>
          </p:cNvGraphicFramePr>
          <p:nvPr/>
        </p:nvGraphicFramePr>
        <p:xfrm>
          <a:off x="466725" y="1609725"/>
          <a:ext cx="11256962" cy="4317995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5628481">
                  <a:extLst>
                    <a:ext uri="{9D8B030D-6E8A-4147-A177-3AD203B41FA5}">
                      <a16:colId xmlns:a16="http://schemas.microsoft.com/office/drawing/2014/main" val="4070986834"/>
                    </a:ext>
                  </a:extLst>
                </a:gridCol>
                <a:gridCol w="5628481">
                  <a:extLst>
                    <a:ext uri="{9D8B030D-6E8A-4147-A177-3AD203B41FA5}">
                      <a16:colId xmlns:a16="http://schemas.microsoft.com/office/drawing/2014/main" val="2881419392"/>
                    </a:ext>
                  </a:extLst>
                </a:gridCol>
              </a:tblGrid>
              <a:tr h="392545">
                <a:tc>
                  <a:txBody>
                    <a:bodyPr/>
                    <a:lstStyle/>
                    <a:p>
                      <a:r>
                        <a:rPr lang="en-AU" sz="1600" dirty="0">
                          <a:solidFill>
                            <a:schemeClr val="bg1"/>
                          </a:solidFill>
                        </a:rPr>
                        <a:t>Left align text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600" dirty="0">
                          <a:solidFill>
                            <a:schemeClr val="bg1"/>
                          </a:solidFill>
                        </a:rPr>
                        <a:t>Right align numbers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5371672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221298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>
                      <a:noFill/>
                    </a:lnT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2104001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341207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5168481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16617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074304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22606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700892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368253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3214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68852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A9759-F3D2-71A4-16F4-975A1BA63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9C1BF27-31B7-E247-7619-8E2E12462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Title and table</a:t>
            </a:r>
            <a:endParaRPr lang="en-AU" b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33DA184-FB10-2AC8-793D-02669DBFC7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Slide subtitle goes here</a:t>
            </a: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B0775327-EF98-8073-EAF1-923703678321}"/>
              </a:ext>
            </a:extLst>
          </p:cNvPr>
          <p:cNvGraphicFramePr>
            <a:graphicFrameLocks noGrp="1"/>
          </p:cNvGraphicFramePr>
          <p:nvPr>
            <p:ph type="tbl" sz="quarter" idx="18"/>
            <p:extLst>
              <p:ext uri="{D42A27DB-BD31-4B8C-83A1-F6EECF244321}">
                <p14:modId xmlns:p14="http://schemas.microsoft.com/office/powerpoint/2010/main" val="3742798938"/>
              </p:ext>
            </p:extLst>
          </p:nvPr>
        </p:nvGraphicFramePr>
        <p:xfrm>
          <a:off x="466725" y="1609725"/>
          <a:ext cx="11256962" cy="4317995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5628481">
                  <a:extLst>
                    <a:ext uri="{9D8B030D-6E8A-4147-A177-3AD203B41FA5}">
                      <a16:colId xmlns:a16="http://schemas.microsoft.com/office/drawing/2014/main" val="4070986834"/>
                    </a:ext>
                  </a:extLst>
                </a:gridCol>
                <a:gridCol w="5628481">
                  <a:extLst>
                    <a:ext uri="{9D8B030D-6E8A-4147-A177-3AD203B41FA5}">
                      <a16:colId xmlns:a16="http://schemas.microsoft.com/office/drawing/2014/main" val="2881419392"/>
                    </a:ext>
                  </a:extLst>
                </a:gridCol>
              </a:tblGrid>
              <a:tr h="392545">
                <a:tc>
                  <a:txBody>
                    <a:bodyPr/>
                    <a:lstStyle/>
                    <a:p>
                      <a:r>
                        <a:rPr lang="en-AU" sz="1600" dirty="0">
                          <a:solidFill>
                            <a:schemeClr val="bg1"/>
                          </a:solidFill>
                        </a:rPr>
                        <a:t>Left align text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600" dirty="0">
                          <a:solidFill>
                            <a:schemeClr val="bg1"/>
                          </a:solidFill>
                        </a:rPr>
                        <a:t>Right align numbers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371672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221298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2104001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341207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5168481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16617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074304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22606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700892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368253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3214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983147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6675AF7-5989-4DE9-B559-2C82BC6BF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Dark top - sample layout with table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EECC6AC-29E4-45A0-B879-23DAADB2C3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/>
              <a:t>Insert brief table description here</a:t>
            </a: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8CBB55E6-AAA7-529B-2CDD-026870C00DBE}"/>
              </a:ext>
            </a:extLst>
          </p:cNvPr>
          <p:cNvGraphicFramePr>
            <a:graphicFrameLocks/>
          </p:cNvGraphicFramePr>
          <p:nvPr/>
        </p:nvGraphicFramePr>
        <p:xfrm>
          <a:off x="466725" y="1609725"/>
          <a:ext cx="11256962" cy="4317995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5628481">
                  <a:extLst>
                    <a:ext uri="{9D8B030D-6E8A-4147-A177-3AD203B41FA5}">
                      <a16:colId xmlns:a16="http://schemas.microsoft.com/office/drawing/2014/main" val="4070986834"/>
                    </a:ext>
                  </a:extLst>
                </a:gridCol>
                <a:gridCol w="5628481">
                  <a:extLst>
                    <a:ext uri="{9D8B030D-6E8A-4147-A177-3AD203B41FA5}">
                      <a16:colId xmlns:a16="http://schemas.microsoft.com/office/drawing/2014/main" val="2881419392"/>
                    </a:ext>
                  </a:extLst>
                </a:gridCol>
              </a:tblGrid>
              <a:tr h="392545">
                <a:tc>
                  <a:txBody>
                    <a:bodyPr/>
                    <a:lstStyle/>
                    <a:p>
                      <a:r>
                        <a:rPr lang="en-AU" sz="1600" dirty="0">
                          <a:solidFill>
                            <a:schemeClr val="bg1"/>
                          </a:solidFill>
                        </a:rPr>
                        <a:t>Left align text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600" dirty="0">
                          <a:solidFill>
                            <a:schemeClr val="bg1"/>
                          </a:solidFill>
                        </a:rPr>
                        <a:t>Right align numbers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5371672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221298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>
                      <a:noFill/>
                    </a:lnT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2104001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341207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5168481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16617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074304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22606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700892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368253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3214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181072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A631A566-C564-426E-B15F-CAD9C2C9E8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Insert table title here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E9EC59EF-0B91-FFDE-9761-6E5F415127C2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18151EC1-C718-CBAC-6A53-C9530982BF35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2AFEB4A-56B3-4EFE-B998-16CC482CC7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subtitle goes here Arial size 20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43BC53B-FF1F-46C5-BC7F-26E188729D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Insert table title here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6265E93-FB18-4807-9989-CA22F117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Two tables </a:t>
            </a: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A1460813-11DC-EAA7-2347-48A8344ABCA7}"/>
              </a:ext>
            </a:extLst>
          </p:cNvPr>
          <p:cNvGraphicFramePr>
            <a:graphicFrameLocks/>
          </p:cNvGraphicFramePr>
          <p:nvPr/>
        </p:nvGraphicFramePr>
        <p:xfrm>
          <a:off x="466725" y="2230438"/>
          <a:ext cx="5219700" cy="3697287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2613412">
                  <a:extLst>
                    <a:ext uri="{9D8B030D-6E8A-4147-A177-3AD203B41FA5}">
                      <a16:colId xmlns:a16="http://schemas.microsoft.com/office/drawing/2014/main" val="4070986834"/>
                    </a:ext>
                  </a:extLst>
                </a:gridCol>
                <a:gridCol w="2606288">
                  <a:extLst>
                    <a:ext uri="{9D8B030D-6E8A-4147-A177-3AD203B41FA5}">
                      <a16:colId xmlns:a16="http://schemas.microsoft.com/office/drawing/2014/main" val="2881419392"/>
                    </a:ext>
                  </a:extLst>
                </a:gridCol>
              </a:tblGrid>
              <a:tr h="336117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Left align text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Right align numbers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5371672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296" marR="78296" marT="39148" marB="39148" anchor="ctr">
                    <a:lnL>
                      <a:noFill/>
                    </a:lnL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221298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>
                      <a:noFill/>
                    </a:lnT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2104001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341207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5168481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16617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074304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22606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700892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368253"/>
                  </a:ext>
                </a:extLst>
              </a:tr>
              <a:tr h="3361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296" marR="78296" marT="39148" marB="39148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296" marR="78296" marT="39148" marB="39148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321403"/>
                  </a:ext>
                </a:extLst>
              </a:tr>
            </a:tbl>
          </a:graphicData>
        </a:graphic>
      </p:graphicFrame>
      <p:graphicFrame>
        <p:nvGraphicFramePr>
          <p:cNvPr id="8" name="Table 12">
            <a:extLst>
              <a:ext uri="{FF2B5EF4-FFF2-40B4-BE49-F238E27FC236}">
                <a16:creationId xmlns:a16="http://schemas.microsoft.com/office/drawing/2014/main" id="{11BBC74F-CAA2-E0BD-2F3B-6C4AE8E8D21F}"/>
              </a:ext>
            </a:extLst>
          </p:cNvPr>
          <p:cNvGraphicFramePr>
            <a:graphicFrameLocks/>
          </p:cNvGraphicFramePr>
          <p:nvPr/>
        </p:nvGraphicFramePr>
        <p:xfrm>
          <a:off x="6172199" y="2210662"/>
          <a:ext cx="5209246" cy="3715987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2611012">
                  <a:extLst>
                    <a:ext uri="{9D8B030D-6E8A-4147-A177-3AD203B41FA5}">
                      <a16:colId xmlns:a16="http://schemas.microsoft.com/office/drawing/2014/main" val="4070986834"/>
                    </a:ext>
                  </a:extLst>
                </a:gridCol>
                <a:gridCol w="2598234">
                  <a:extLst>
                    <a:ext uri="{9D8B030D-6E8A-4147-A177-3AD203B41FA5}">
                      <a16:colId xmlns:a16="http://schemas.microsoft.com/office/drawing/2014/main" val="2881419392"/>
                    </a:ext>
                  </a:extLst>
                </a:gridCol>
              </a:tblGrid>
              <a:tr h="337817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Left align text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Right align numbers</a:t>
                      </a: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371672"/>
                  </a:ext>
                </a:extLst>
              </a:tr>
              <a:tr h="3378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221298"/>
                  </a:ext>
                </a:extLst>
              </a:tr>
              <a:tr h="3378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2104001"/>
                  </a:ext>
                </a:extLst>
              </a:tr>
              <a:tr h="3378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341207"/>
                  </a:ext>
                </a:extLst>
              </a:tr>
              <a:tr h="3378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5168481"/>
                  </a:ext>
                </a:extLst>
              </a:tr>
              <a:tr h="3378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16617"/>
                  </a:ext>
                </a:extLst>
              </a:tr>
              <a:tr h="3378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074304"/>
                  </a:ext>
                </a:extLst>
              </a:tr>
              <a:tr h="3378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22606"/>
                  </a:ext>
                </a:extLst>
              </a:tr>
              <a:tr h="3378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700892"/>
                  </a:ext>
                </a:extLst>
              </a:tr>
              <a:tr h="337817">
                <a:tc>
                  <a:txBody>
                    <a:bodyPr/>
                    <a:lstStyle/>
                    <a:p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Lorem ipsum dolor sit amet</a:t>
                      </a: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368253"/>
                  </a:ext>
                </a:extLst>
              </a:tr>
              <a:tr h="3378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2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200" dirty="0">
                        <a:solidFill>
                          <a:schemeClr val="tx2"/>
                        </a:solidFill>
                      </a:endParaRPr>
                    </a:p>
                  </a:txBody>
                  <a:tcPr marL="78692" marR="78692" marT="39345" marB="39345"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2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marL="78692" marR="78692" marT="39345" marB="39345"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3214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805102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BA5B4D1-9182-4451-8C57-BF1E77CD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</p:spPr>
        <p:txBody>
          <a:bodyPr lIns="0">
            <a:normAutofit/>
          </a:bodyPr>
          <a:lstStyle/>
          <a:p>
            <a:r>
              <a:rPr lang="en-AU" b="1" dirty="0"/>
              <a:t>Title and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ADEBF9A-3CD3-414E-AA35-147D60AF84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Slide subtitle goes here Arial size 20</a:t>
            </a:r>
          </a:p>
          <a:p>
            <a:endParaRPr lang="en-AU" dirty="0"/>
          </a:p>
        </p:txBody>
      </p:sp>
      <p:graphicFrame>
        <p:nvGraphicFramePr>
          <p:cNvPr id="16" name="Chart Placeholder 15">
            <a:extLst>
              <a:ext uri="{FF2B5EF4-FFF2-40B4-BE49-F238E27FC236}">
                <a16:creationId xmlns:a16="http://schemas.microsoft.com/office/drawing/2014/main" id="{CC5F6785-48F9-4CA0-9D74-2F36BAD4C8B1}"/>
              </a:ext>
            </a:extLst>
          </p:cNvPr>
          <p:cNvGraphicFramePr>
            <a:graphicFrameLocks noGrp="1"/>
          </p:cNvGraphicFramePr>
          <p:nvPr>
            <p:ph type="chart" sz="quarter" idx="19"/>
          </p:nvPr>
        </p:nvGraphicFramePr>
        <p:xfrm>
          <a:off x="466725" y="1609726"/>
          <a:ext cx="11256963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DD6A75F8-8FEF-4ED3-A030-3A77211E99B4}"/>
              </a:ext>
            </a:extLst>
          </p:cNvPr>
          <p:cNvSpPr txBox="1"/>
          <p:nvPr/>
        </p:nvSpPr>
        <p:spPr>
          <a:xfrm>
            <a:off x="10118162" y="1960375"/>
            <a:ext cx="707265" cy="16685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spcAft>
                <a:spcPts val="1800"/>
              </a:spcAft>
            </a:pPr>
            <a:r>
              <a:rPr lang="en-US" sz="1000" b="1" dirty="0">
                <a:solidFill>
                  <a:schemeClr val="accent1"/>
                </a:solidFill>
              </a:rPr>
              <a:t>Series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BF7D59-262B-4E41-84D3-07D0A799F8B6}"/>
              </a:ext>
            </a:extLst>
          </p:cNvPr>
          <p:cNvSpPr txBox="1"/>
          <p:nvPr/>
        </p:nvSpPr>
        <p:spPr>
          <a:xfrm>
            <a:off x="10118162" y="2190207"/>
            <a:ext cx="707265" cy="16685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spcAft>
                <a:spcPts val="1800"/>
              </a:spcAft>
            </a:pPr>
            <a:r>
              <a:rPr lang="en-US" sz="1000" b="1" dirty="0">
                <a:solidFill>
                  <a:schemeClr val="accent2"/>
                </a:solidFill>
              </a:rPr>
              <a:t>Series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367BBE-3C38-4D23-8BAA-AD07BB7B4C03}"/>
              </a:ext>
            </a:extLst>
          </p:cNvPr>
          <p:cNvSpPr txBox="1"/>
          <p:nvPr/>
        </p:nvSpPr>
        <p:spPr>
          <a:xfrm>
            <a:off x="10118162" y="2408111"/>
            <a:ext cx="707265" cy="16685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spcAft>
                <a:spcPts val="1800"/>
              </a:spcAft>
            </a:pPr>
            <a:r>
              <a:rPr lang="en-US" sz="1000" b="1" dirty="0">
                <a:solidFill>
                  <a:schemeClr val="accent5"/>
                </a:solidFill>
              </a:rPr>
              <a:t>Series 3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1F38263-8249-4771-9DEB-0C009D4E3727}"/>
              </a:ext>
            </a:extLst>
          </p:cNvPr>
          <p:cNvGrpSpPr/>
          <p:nvPr/>
        </p:nvGrpSpPr>
        <p:grpSpPr>
          <a:xfrm>
            <a:off x="9130263" y="5055896"/>
            <a:ext cx="1918736" cy="816275"/>
            <a:chOff x="10022573" y="1557038"/>
            <a:chExt cx="1918736" cy="81627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13959E5-0890-4FFA-B32F-0EBED3D348C6}"/>
                </a:ext>
              </a:extLst>
            </p:cNvPr>
            <p:cNvGrpSpPr/>
            <p:nvPr/>
          </p:nvGrpSpPr>
          <p:grpSpPr>
            <a:xfrm>
              <a:off x="10275303" y="1557038"/>
              <a:ext cx="1666006" cy="816275"/>
              <a:chOff x="7276515" y="1266525"/>
              <a:chExt cx="1666006" cy="816275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E67301-E1CC-45E7-B600-83B1D2CFB3E1}"/>
                  </a:ext>
                </a:extLst>
              </p:cNvPr>
              <p:cNvSpPr/>
              <p:nvPr/>
            </p:nvSpPr>
            <p:spPr>
              <a:xfrm>
                <a:off x="7276515" y="1266525"/>
                <a:ext cx="1666006" cy="816275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1225A0-18D1-43A1-AA61-4ACFEBF09C96}"/>
                  </a:ext>
                </a:extLst>
              </p:cNvPr>
              <p:cNvSpPr txBox="1"/>
              <p:nvPr/>
            </p:nvSpPr>
            <p:spPr>
              <a:xfrm>
                <a:off x="7587496" y="1464185"/>
                <a:ext cx="1023471" cy="44075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en-US" sz="1400" dirty="0">
                    <a:solidFill>
                      <a:schemeClr val="bg1"/>
                    </a:solidFill>
                  </a:rPr>
                  <a:t>Insert call out text here</a:t>
                </a:r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A1D9BA6-C8D7-4AC0-B0F1-A5C3E65B9AF8}"/>
                </a:ext>
              </a:extLst>
            </p:cNvPr>
            <p:cNvCxnSpPr>
              <a:cxnSpLocks/>
            </p:cNvCxnSpPr>
            <p:nvPr/>
          </p:nvCxnSpPr>
          <p:spPr>
            <a:xfrm>
              <a:off x="10022573" y="1976454"/>
              <a:ext cx="397193" cy="0"/>
            </a:xfrm>
            <a:prstGeom prst="line">
              <a:avLst/>
            </a:prstGeom>
            <a:ln w="12700" cap="rnd">
              <a:solidFill>
                <a:schemeClr val="accent5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033378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D3C2B-1F65-4289-8D3A-5168ED1AB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Title and chart</a:t>
            </a:r>
            <a:endParaRPr lang="en-AU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13C16-509E-4AD2-8F93-4301A6CE4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/>
              <a:t>Slide subtitle goes here</a:t>
            </a:r>
          </a:p>
        </p:txBody>
      </p:sp>
      <p:graphicFrame>
        <p:nvGraphicFramePr>
          <p:cNvPr id="11" name="Chart Placeholder 10">
            <a:extLst>
              <a:ext uri="{FF2B5EF4-FFF2-40B4-BE49-F238E27FC236}">
                <a16:creationId xmlns:a16="http://schemas.microsoft.com/office/drawing/2014/main" id="{32DC7EC8-2D80-4997-B019-26BAE84DF001}"/>
              </a:ext>
            </a:extLst>
          </p:cNvPr>
          <p:cNvGraphicFramePr>
            <a:graphicFrameLocks noGrp="1"/>
          </p:cNvGraphicFramePr>
          <p:nvPr>
            <p:ph type="chart" sz="quarter" idx="19"/>
            <p:extLst>
              <p:ext uri="{D42A27DB-BD31-4B8C-83A1-F6EECF244321}">
                <p14:modId xmlns:p14="http://schemas.microsoft.com/office/powerpoint/2010/main" val="3839333299"/>
              </p:ext>
            </p:extLst>
          </p:nvPr>
        </p:nvGraphicFramePr>
        <p:xfrm>
          <a:off x="466725" y="1609725"/>
          <a:ext cx="11256963" cy="47101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6894B7E6-36F5-4B0D-8F1A-6D0E69E31B6B}"/>
              </a:ext>
            </a:extLst>
          </p:cNvPr>
          <p:cNvSpPr txBox="1"/>
          <p:nvPr/>
        </p:nvSpPr>
        <p:spPr>
          <a:xfrm>
            <a:off x="1013460" y="2611514"/>
            <a:ext cx="707265" cy="22983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spcAft>
                <a:spcPts val="1800"/>
              </a:spcAft>
            </a:pPr>
            <a:r>
              <a:rPr lang="en-US" sz="1200" b="1">
                <a:solidFill>
                  <a:schemeClr val="accent1"/>
                </a:solidFill>
              </a:rPr>
              <a:t>Series 1</a:t>
            </a:r>
            <a:endParaRPr lang="en-US" sz="1400" b="1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2D1546-050C-47F6-85B7-63778AD3D10B}"/>
              </a:ext>
            </a:extLst>
          </p:cNvPr>
          <p:cNvSpPr txBox="1"/>
          <p:nvPr/>
        </p:nvSpPr>
        <p:spPr>
          <a:xfrm>
            <a:off x="1664845" y="3892987"/>
            <a:ext cx="707265" cy="22983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spcAft>
                <a:spcPts val="1800"/>
              </a:spcAft>
            </a:pPr>
            <a:r>
              <a:rPr lang="en-US" sz="1200" b="1">
                <a:solidFill>
                  <a:schemeClr val="accent2"/>
                </a:solidFill>
              </a:rPr>
              <a:t>Series 2</a:t>
            </a:r>
            <a:endParaRPr lang="en-US" sz="1400" b="1">
              <a:solidFill>
                <a:schemeClr val="accent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17C4E4-E236-4A2A-B506-2D485198DC14}"/>
              </a:ext>
            </a:extLst>
          </p:cNvPr>
          <p:cNvSpPr txBox="1"/>
          <p:nvPr/>
        </p:nvSpPr>
        <p:spPr>
          <a:xfrm>
            <a:off x="2295015" y="4188816"/>
            <a:ext cx="707265" cy="22983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spcAft>
                <a:spcPts val="1800"/>
              </a:spcAft>
            </a:pPr>
            <a:r>
              <a:rPr lang="en-US" sz="1200" b="1">
                <a:solidFill>
                  <a:schemeClr val="accent5"/>
                </a:solidFill>
              </a:rPr>
              <a:t>Series 3</a:t>
            </a:r>
            <a:endParaRPr lang="en-US" sz="1400" b="1">
              <a:solidFill>
                <a:schemeClr val="accent5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E8568DD-CA13-4D02-BEFC-C831E261481A}"/>
              </a:ext>
            </a:extLst>
          </p:cNvPr>
          <p:cNvGrpSpPr/>
          <p:nvPr/>
        </p:nvGrpSpPr>
        <p:grpSpPr>
          <a:xfrm>
            <a:off x="10001802" y="1357312"/>
            <a:ext cx="1666006" cy="959433"/>
            <a:chOff x="10057682" y="1557038"/>
            <a:chExt cx="1666006" cy="95943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DB99238-2438-41FF-9A97-3AC19045CF6F}"/>
                </a:ext>
              </a:extLst>
            </p:cNvPr>
            <p:cNvGrpSpPr/>
            <p:nvPr/>
          </p:nvGrpSpPr>
          <p:grpSpPr>
            <a:xfrm>
              <a:off x="10057682" y="1557038"/>
              <a:ext cx="1666006" cy="816275"/>
              <a:chOff x="7058894" y="1266525"/>
              <a:chExt cx="1666006" cy="816275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D1986BB-2763-4F1C-90A8-66C9566149FD}"/>
                  </a:ext>
                </a:extLst>
              </p:cNvPr>
              <p:cNvSpPr/>
              <p:nvPr/>
            </p:nvSpPr>
            <p:spPr>
              <a:xfrm>
                <a:off x="7058894" y="1266525"/>
                <a:ext cx="1666006" cy="816275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B1BAA8A-DA6B-4291-AAB4-FFF386C1D6B0}"/>
                  </a:ext>
                </a:extLst>
              </p:cNvPr>
              <p:cNvSpPr txBox="1"/>
              <p:nvPr/>
            </p:nvSpPr>
            <p:spPr>
              <a:xfrm>
                <a:off x="7369875" y="1464185"/>
                <a:ext cx="1023471" cy="44075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en-US" sz="1400">
                    <a:solidFill>
                      <a:schemeClr val="bg1"/>
                    </a:solidFill>
                  </a:rPr>
                  <a:t>Insert call out text here</a:t>
                </a:r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F92D454-4602-49B5-8F46-3CFCD1A0CD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90685" y="2263243"/>
              <a:ext cx="0" cy="253228"/>
            </a:xfrm>
            <a:prstGeom prst="line">
              <a:avLst/>
            </a:prstGeom>
            <a:ln w="12700" cap="rnd">
              <a:solidFill>
                <a:schemeClr val="accent5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018686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D3C2B-1F65-4289-8D3A-5168ED1AB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Title and chart</a:t>
            </a:r>
            <a:endParaRPr lang="en-AU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13C16-509E-4AD2-8F93-4301A6CE4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Slide subtitle goes here</a:t>
            </a:r>
          </a:p>
        </p:txBody>
      </p:sp>
      <p:graphicFrame>
        <p:nvGraphicFramePr>
          <p:cNvPr id="11" name="Chart Placeholder 10">
            <a:extLst>
              <a:ext uri="{FF2B5EF4-FFF2-40B4-BE49-F238E27FC236}">
                <a16:creationId xmlns:a16="http://schemas.microsoft.com/office/drawing/2014/main" id="{32DC7EC8-2D80-4997-B019-26BAE84DF001}"/>
              </a:ext>
            </a:extLst>
          </p:cNvPr>
          <p:cNvGraphicFramePr>
            <a:graphicFrameLocks noGrp="1"/>
          </p:cNvGraphicFramePr>
          <p:nvPr>
            <p:ph type="chart" sz="quarter" idx="19"/>
            <p:extLst>
              <p:ext uri="{D42A27DB-BD31-4B8C-83A1-F6EECF244321}">
                <p14:modId xmlns:p14="http://schemas.microsoft.com/office/powerpoint/2010/main" val="3839673165"/>
              </p:ext>
            </p:extLst>
          </p:nvPr>
        </p:nvGraphicFramePr>
        <p:xfrm>
          <a:off x="466725" y="1609725"/>
          <a:ext cx="11256963" cy="47101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6894B7E6-36F5-4B0D-8F1A-6D0E69E31B6B}"/>
              </a:ext>
            </a:extLst>
          </p:cNvPr>
          <p:cNvSpPr txBox="1"/>
          <p:nvPr/>
        </p:nvSpPr>
        <p:spPr>
          <a:xfrm>
            <a:off x="10731500" y="2723274"/>
            <a:ext cx="707265" cy="22983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100" b="1">
                <a:solidFill>
                  <a:schemeClr val="accent1"/>
                </a:solidFill>
              </a:rPr>
              <a:t>Series 1</a:t>
            </a:r>
            <a:endParaRPr lang="en-US" sz="1200" b="1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2D1546-050C-47F6-85B7-63778AD3D10B}"/>
              </a:ext>
            </a:extLst>
          </p:cNvPr>
          <p:cNvSpPr txBox="1"/>
          <p:nvPr/>
        </p:nvSpPr>
        <p:spPr>
          <a:xfrm>
            <a:off x="10731500" y="3890348"/>
            <a:ext cx="707265" cy="22983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100" b="1">
                <a:solidFill>
                  <a:schemeClr val="accent2"/>
                </a:solidFill>
              </a:rPr>
              <a:t>Series 2</a:t>
            </a:r>
            <a:endParaRPr lang="en-US" sz="1200" b="1">
              <a:solidFill>
                <a:schemeClr val="accent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17C4E4-E236-4A2A-B506-2D485198DC14}"/>
              </a:ext>
            </a:extLst>
          </p:cNvPr>
          <p:cNvSpPr txBox="1"/>
          <p:nvPr/>
        </p:nvSpPr>
        <p:spPr>
          <a:xfrm>
            <a:off x="10731500" y="2329536"/>
            <a:ext cx="707265" cy="22983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100" b="1">
                <a:solidFill>
                  <a:schemeClr val="accent5"/>
                </a:solidFill>
              </a:rPr>
              <a:t>Series 3</a:t>
            </a:r>
            <a:endParaRPr lang="en-US" sz="1200" b="1">
              <a:solidFill>
                <a:schemeClr val="accent5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E8568DD-CA13-4D02-BEFC-C831E261481A}"/>
              </a:ext>
            </a:extLst>
          </p:cNvPr>
          <p:cNvGrpSpPr/>
          <p:nvPr/>
        </p:nvGrpSpPr>
        <p:grpSpPr>
          <a:xfrm>
            <a:off x="9356950" y="1363344"/>
            <a:ext cx="1666006" cy="959433"/>
            <a:chOff x="10275303" y="1557038"/>
            <a:chExt cx="1666006" cy="95943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DB99238-2438-41FF-9A97-3AC19045CF6F}"/>
                </a:ext>
              </a:extLst>
            </p:cNvPr>
            <p:cNvGrpSpPr/>
            <p:nvPr/>
          </p:nvGrpSpPr>
          <p:grpSpPr>
            <a:xfrm>
              <a:off x="10275303" y="1557038"/>
              <a:ext cx="1666006" cy="816275"/>
              <a:chOff x="7276515" y="1266525"/>
              <a:chExt cx="1666006" cy="816275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D1986BB-2763-4F1C-90A8-66C9566149FD}"/>
                  </a:ext>
                </a:extLst>
              </p:cNvPr>
              <p:cNvSpPr/>
              <p:nvPr/>
            </p:nvSpPr>
            <p:spPr>
              <a:xfrm>
                <a:off x="7276515" y="1266525"/>
                <a:ext cx="1666006" cy="816275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B1BAA8A-DA6B-4291-AAB4-FFF386C1D6B0}"/>
                  </a:ext>
                </a:extLst>
              </p:cNvPr>
              <p:cNvSpPr txBox="1"/>
              <p:nvPr/>
            </p:nvSpPr>
            <p:spPr>
              <a:xfrm>
                <a:off x="7587496" y="1464185"/>
                <a:ext cx="1023471" cy="44075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en-US" sz="1400">
                    <a:solidFill>
                      <a:schemeClr val="bg1"/>
                    </a:solidFill>
                  </a:rPr>
                  <a:t>Insert call out text here</a:t>
                </a:r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F92D454-4602-49B5-8F46-3CFCD1A0CD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8306" y="2263243"/>
              <a:ext cx="0" cy="253228"/>
            </a:xfrm>
            <a:prstGeom prst="line">
              <a:avLst/>
            </a:prstGeom>
            <a:ln w="12700" cap="rnd">
              <a:solidFill>
                <a:schemeClr val="accent5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783976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8E931C85-0804-4151-8BBA-D3BDDD1AD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</p:spPr>
        <p:txBody>
          <a:bodyPr lIns="0">
            <a:normAutofit/>
          </a:bodyPr>
          <a:lstStyle/>
          <a:p>
            <a:r>
              <a:rPr lang="en-AU" b="1" dirty="0"/>
              <a:t>Two charts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6E21826-15A8-4E9B-A1E7-9817BFD9B4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6725" y="833438"/>
            <a:ext cx="9356725" cy="382587"/>
          </a:xfrm>
        </p:spPr>
        <p:txBody>
          <a:bodyPr/>
          <a:lstStyle/>
          <a:p>
            <a:r>
              <a:rPr lang="en-US" dirty="0"/>
              <a:t>Slide subtitle goes here Arial size 20</a:t>
            </a:r>
          </a:p>
        </p:txBody>
      </p:sp>
      <p:graphicFrame>
        <p:nvGraphicFramePr>
          <p:cNvPr id="29" name="Chart Placeholder 28">
            <a:extLst>
              <a:ext uri="{FF2B5EF4-FFF2-40B4-BE49-F238E27FC236}">
                <a16:creationId xmlns:a16="http://schemas.microsoft.com/office/drawing/2014/main" id="{0FC08A75-4ACD-4C2D-83B8-E7CEA8EDE86B}"/>
              </a:ext>
            </a:extLst>
          </p:cNvPr>
          <p:cNvGraphicFramePr>
            <a:graphicFrameLocks noGrp="1"/>
          </p:cNvGraphicFramePr>
          <p:nvPr>
            <p:ph type="chart" sz="quarter" idx="19"/>
          </p:nvPr>
        </p:nvGraphicFramePr>
        <p:xfrm>
          <a:off x="466725" y="2197100"/>
          <a:ext cx="5219700" cy="4124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6" name="Chart Placeholder 35">
            <a:extLst>
              <a:ext uri="{FF2B5EF4-FFF2-40B4-BE49-F238E27FC236}">
                <a16:creationId xmlns:a16="http://schemas.microsoft.com/office/drawing/2014/main" id="{221D4A2F-232D-4E9E-903B-C661EDD3C9DC}"/>
              </a:ext>
            </a:extLst>
          </p:cNvPr>
          <p:cNvGraphicFramePr>
            <a:graphicFrameLocks noGrp="1"/>
          </p:cNvGraphicFramePr>
          <p:nvPr>
            <p:ph type="chart" sz="quarter" idx="23"/>
          </p:nvPr>
        </p:nvGraphicFramePr>
        <p:xfrm>
          <a:off x="6169025" y="2197100"/>
          <a:ext cx="5219700" cy="4124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A166BF17-E864-403A-B1B2-5929A9FBB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1614813"/>
            <a:ext cx="5220000" cy="382588"/>
          </a:xfrm>
        </p:spPr>
        <p:txBody>
          <a:bodyPr/>
          <a:lstStyle/>
          <a:p>
            <a:r>
              <a:rPr lang="en-AU" dirty="0"/>
              <a:t>Insert chart title here</a:t>
            </a:r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43419E40-F4A7-4585-8752-B8C41ED5BC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1614813"/>
            <a:ext cx="5220000" cy="382588"/>
          </a:xfrm>
        </p:spPr>
        <p:txBody>
          <a:bodyPr/>
          <a:lstStyle/>
          <a:p>
            <a:r>
              <a:rPr lang="en-AU" dirty="0"/>
              <a:t>Insert chart title here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6BD754-5F1E-42E9-A568-0EDE571DD535}"/>
              </a:ext>
            </a:extLst>
          </p:cNvPr>
          <p:cNvSpPr txBox="1"/>
          <p:nvPr/>
        </p:nvSpPr>
        <p:spPr>
          <a:xfrm>
            <a:off x="827166" y="2465472"/>
            <a:ext cx="707265" cy="16685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spcAft>
                <a:spcPts val="1800"/>
              </a:spcAft>
            </a:pPr>
            <a:r>
              <a:rPr lang="en-US" sz="1000" b="1" dirty="0">
                <a:solidFill>
                  <a:schemeClr val="accent1"/>
                </a:solidFill>
              </a:rPr>
              <a:t>Series 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9DAFDA-0C12-4C60-A7B5-4965BD6F3BC5}"/>
              </a:ext>
            </a:extLst>
          </p:cNvPr>
          <p:cNvSpPr txBox="1"/>
          <p:nvPr/>
        </p:nvSpPr>
        <p:spPr>
          <a:xfrm>
            <a:off x="827166" y="2695304"/>
            <a:ext cx="707265" cy="16685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spcAft>
                <a:spcPts val="1800"/>
              </a:spcAft>
            </a:pPr>
            <a:r>
              <a:rPr lang="en-US" sz="1000" b="1" dirty="0">
                <a:solidFill>
                  <a:schemeClr val="accent2"/>
                </a:solidFill>
              </a:rPr>
              <a:t>Series 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894241-8BDE-40B9-BC0A-4D8C52D3427E}"/>
              </a:ext>
            </a:extLst>
          </p:cNvPr>
          <p:cNvSpPr txBox="1"/>
          <p:nvPr/>
        </p:nvSpPr>
        <p:spPr>
          <a:xfrm>
            <a:off x="827166" y="2913208"/>
            <a:ext cx="707265" cy="16685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spcAft>
                <a:spcPts val="1800"/>
              </a:spcAft>
            </a:pPr>
            <a:r>
              <a:rPr lang="en-US" sz="1000" b="1" dirty="0">
                <a:solidFill>
                  <a:schemeClr val="accent5"/>
                </a:solidFill>
              </a:rPr>
              <a:t>Series 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215C34-641D-4EE9-A619-6FF816C3C4BA}"/>
              </a:ext>
            </a:extLst>
          </p:cNvPr>
          <p:cNvSpPr txBox="1"/>
          <p:nvPr/>
        </p:nvSpPr>
        <p:spPr>
          <a:xfrm>
            <a:off x="10768000" y="3196991"/>
            <a:ext cx="707265" cy="16685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spcAft>
                <a:spcPts val="1800"/>
              </a:spcAft>
            </a:pPr>
            <a:r>
              <a:rPr lang="en-US" sz="1000" b="1" dirty="0">
                <a:solidFill>
                  <a:schemeClr val="accent1"/>
                </a:solidFill>
              </a:rPr>
              <a:t>Series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C2D275-23DF-43FD-8EEF-6FF670D44BE2}"/>
              </a:ext>
            </a:extLst>
          </p:cNvPr>
          <p:cNvSpPr txBox="1"/>
          <p:nvPr/>
        </p:nvSpPr>
        <p:spPr>
          <a:xfrm>
            <a:off x="10768000" y="4236721"/>
            <a:ext cx="707265" cy="16685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spcAft>
                <a:spcPts val="1800"/>
              </a:spcAft>
            </a:pPr>
            <a:r>
              <a:rPr lang="en-US" sz="1000" b="1" dirty="0">
                <a:solidFill>
                  <a:schemeClr val="accent2"/>
                </a:solidFill>
              </a:rPr>
              <a:t>Series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5A56C3B-92E4-4E12-8051-DEE507E1C293}"/>
              </a:ext>
            </a:extLst>
          </p:cNvPr>
          <p:cNvSpPr txBox="1"/>
          <p:nvPr/>
        </p:nvSpPr>
        <p:spPr>
          <a:xfrm>
            <a:off x="10768000" y="2843643"/>
            <a:ext cx="707265" cy="16685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spcAft>
                <a:spcPts val="1800"/>
              </a:spcAft>
            </a:pPr>
            <a:r>
              <a:rPr lang="en-US" sz="1000" b="1" dirty="0">
                <a:solidFill>
                  <a:schemeClr val="accent5"/>
                </a:solidFill>
              </a:rPr>
              <a:t>Series 3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9568DFC-0C92-4C8C-8834-01A9B5CB02C4}"/>
              </a:ext>
            </a:extLst>
          </p:cNvPr>
          <p:cNvGrpSpPr/>
          <p:nvPr/>
        </p:nvGrpSpPr>
        <p:grpSpPr>
          <a:xfrm>
            <a:off x="10047185" y="4463143"/>
            <a:ext cx="1156392" cy="1072470"/>
            <a:chOff x="10275303" y="828213"/>
            <a:chExt cx="1666006" cy="1545100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3CC50022-B3E1-4C23-A6A6-347B6DFF20B1}"/>
                </a:ext>
              </a:extLst>
            </p:cNvPr>
            <p:cNvGrpSpPr/>
            <p:nvPr/>
          </p:nvGrpSpPr>
          <p:grpSpPr>
            <a:xfrm>
              <a:off x="10275303" y="1557038"/>
              <a:ext cx="1666006" cy="816275"/>
              <a:chOff x="7276515" y="1266525"/>
              <a:chExt cx="1666006" cy="816275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CED55D5A-F80A-4CD0-990A-E8ED98C94D45}"/>
                  </a:ext>
                </a:extLst>
              </p:cNvPr>
              <p:cNvSpPr/>
              <p:nvPr/>
            </p:nvSpPr>
            <p:spPr>
              <a:xfrm>
                <a:off x="7276515" y="1266525"/>
                <a:ext cx="1666006" cy="81627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sz="1100"/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328CDAA0-2087-4C55-A2BD-EC13B4558E9C}"/>
                  </a:ext>
                </a:extLst>
              </p:cNvPr>
              <p:cNvSpPr txBox="1"/>
              <p:nvPr/>
            </p:nvSpPr>
            <p:spPr>
              <a:xfrm>
                <a:off x="7587496" y="1464185"/>
                <a:ext cx="1023471" cy="44075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en-US" sz="1000" dirty="0">
                    <a:solidFill>
                      <a:schemeClr val="bg1"/>
                    </a:solidFill>
                  </a:rPr>
                  <a:t>Insert call out text here</a:t>
                </a:r>
              </a:p>
            </p:txBody>
          </p:sp>
        </p:grp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3913FC2-B9C4-4541-8E29-80C04BA86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8306" y="828213"/>
              <a:ext cx="0" cy="806075"/>
            </a:xfrm>
            <a:prstGeom prst="line">
              <a:avLst/>
            </a:prstGeom>
            <a:ln w="12700" cap="rnd">
              <a:solidFill>
                <a:schemeClr val="accent2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1591554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BF69CD-3E97-4AF1-9534-11EDCD961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3171"/>
          </a:xfrm>
        </p:spPr>
        <p:txBody>
          <a:bodyPr lIns="0">
            <a:normAutofit/>
          </a:bodyPr>
          <a:lstStyle/>
          <a:p>
            <a:r>
              <a:rPr lang="en-AU" b="1" dirty="0"/>
              <a:t>Three charts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3E05150-0D95-4A34-9DC3-BF41DA98D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6725" y="833438"/>
            <a:ext cx="9356725" cy="382587"/>
          </a:xfrm>
        </p:spPr>
        <p:txBody>
          <a:bodyPr/>
          <a:lstStyle/>
          <a:p>
            <a:r>
              <a:rPr lang="en-US" dirty="0"/>
              <a:t>Slide subtitle goes here Arial size 20</a:t>
            </a:r>
          </a:p>
        </p:txBody>
      </p:sp>
      <p:graphicFrame>
        <p:nvGraphicFramePr>
          <p:cNvPr id="20" name="Chart Placeholder 19">
            <a:extLst>
              <a:ext uri="{FF2B5EF4-FFF2-40B4-BE49-F238E27FC236}">
                <a16:creationId xmlns:a16="http://schemas.microsoft.com/office/drawing/2014/main" id="{FCEFCF77-96DD-4EC9-B542-E2ABB1888D2D}"/>
              </a:ext>
            </a:extLst>
          </p:cNvPr>
          <p:cNvGraphicFramePr>
            <a:graphicFrameLocks noGrp="1"/>
          </p:cNvGraphicFramePr>
          <p:nvPr>
            <p:ph type="chart" sz="quarter" idx="19"/>
          </p:nvPr>
        </p:nvGraphicFramePr>
        <p:xfrm>
          <a:off x="765175" y="1609725"/>
          <a:ext cx="3060700" cy="3060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3" name="Chart Placeholder 22">
            <a:extLst>
              <a:ext uri="{FF2B5EF4-FFF2-40B4-BE49-F238E27FC236}">
                <a16:creationId xmlns:a16="http://schemas.microsoft.com/office/drawing/2014/main" id="{14A60A5A-A306-468F-A353-0939AAE86EC4}"/>
              </a:ext>
            </a:extLst>
          </p:cNvPr>
          <p:cNvGraphicFramePr>
            <a:graphicFrameLocks noGrp="1"/>
          </p:cNvGraphicFramePr>
          <p:nvPr>
            <p:ph type="chart" sz="quarter" idx="23"/>
          </p:nvPr>
        </p:nvGraphicFramePr>
        <p:xfrm>
          <a:off x="4565650" y="1609725"/>
          <a:ext cx="3060700" cy="3060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6" name="Chart Placeholder 25">
            <a:extLst>
              <a:ext uri="{FF2B5EF4-FFF2-40B4-BE49-F238E27FC236}">
                <a16:creationId xmlns:a16="http://schemas.microsoft.com/office/drawing/2014/main" id="{780E74DA-5E6B-4C29-A415-2F65282322D2}"/>
              </a:ext>
            </a:extLst>
          </p:cNvPr>
          <p:cNvGraphicFramePr>
            <a:graphicFrameLocks noGrp="1"/>
          </p:cNvGraphicFramePr>
          <p:nvPr>
            <p:ph type="chart" sz="quarter" idx="24"/>
          </p:nvPr>
        </p:nvGraphicFramePr>
        <p:xfrm>
          <a:off x="8366125" y="1609725"/>
          <a:ext cx="3060700" cy="3060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0EED5D5-34D4-49B8-AF41-C82D5297CE7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111950" y="4806950"/>
            <a:ext cx="2361500" cy="1120775"/>
          </a:xfrm>
        </p:spPr>
        <p:txBody>
          <a:bodyPr>
            <a:normAutofit lnSpcReduction="10000"/>
          </a:bodyPr>
          <a:lstStyle/>
          <a:p>
            <a:r>
              <a:rPr lang="en-AU" dirty="0"/>
              <a:t>Insert chart description here </a:t>
            </a:r>
          </a:p>
          <a:p>
            <a:r>
              <a:rPr lang="en-AU" dirty="0"/>
              <a:t>Lorem ipsum dolor sit amet consectetuer adipiscing elit </a:t>
            </a:r>
            <a:br>
              <a:rPr lang="en-AU" dirty="0"/>
            </a:br>
            <a:r>
              <a:rPr lang="en-AU" dirty="0"/>
              <a:t>maecenas porttitor congue</a:t>
            </a:r>
          </a:p>
          <a:p>
            <a:endParaRPr lang="en-AU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4BFCC05-063D-483A-99B5-B0554DB68EE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12425" y="4806950"/>
            <a:ext cx="2361500" cy="1120775"/>
          </a:xfrm>
        </p:spPr>
        <p:txBody>
          <a:bodyPr/>
          <a:lstStyle/>
          <a:p>
            <a:r>
              <a:rPr lang="en-US" dirty="0"/>
              <a:t>Insert chart description here </a:t>
            </a:r>
          </a:p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maecenas</a:t>
            </a:r>
            <a:r>
              <a:rPr lang="en-US" dirty="0"/>
              <a:t>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endParaRPr lang="en-US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E9B08F3-C82F-4522-AD07-E8387463917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712900" y="4806950"/>
            <a:ext cx="2361500" cy="11207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Insert chart description here </a:t>
            </a:r>
          </a:p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maecenas</a:t>
            </a:r>
            <a:r>
              <a:rPr lang="en-US" dirty="0"/>
              <a:t>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endParaRPr lang="en-US" dirty="0"/>
          </a:p>
          <a:p>
            <a:endParaRPr lang="en-A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5F8C7E-A56C-4F43-8152-5D6F57F754E7}"/>
              </a:ext>
            </a:extLst>
          </p:cNvPr>
          <p:cNvSpPr txBox="1"/>
          <p:nvPr/>
        </p:nvSpPr>
        <p:spPr>
          <a:xfrm>
            <a:off x="1450299" y="2732085"/>
            <a:ext cx="1650236" cy="10414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6000" b="1" dirty="0">
                <a:solidFill>
                  <a:schemeClr val="tx2"/>
                </a:solidFill>
                <a:latin typeface="+mj-lt"/>
              </a:rPr>
              <a:t>71%</a:t>
            </a:r>
            <a:endParaRPr lang="en-AU" sz="6000" b="1" dirty="0" err="1">
              <a:solidFill>
                <a:schemeClr val="tx2"/>
              </a:solidFill>
              <a:latin typeface="+mj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09C0B6-FEA3-4297-A37D-4BEC9179A8FD}"/>
              </a:ext>
            </a:extLst>
          </p:cNvPr>
          <p:cNvSpPr txBox="1"/>
          <p:nvPr/>
        </p:nvSpPr>
        <p:spPr>
          <a:xfrm>
            <a:off x="5270882" y="2732085"/>
            <a:ext cx="1650236" cy="10414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6000" b="1" dirty="0">
                <a:solidFill>
                  <a:schemeClr val="accent2"/>
                </a:solidFill>
                <a:latin typeface="+mj-lt"/>
              </a:rPr>
              <a:t>53%</a:t>
            </a:r>
            <a:endParaRPr lang="en-AU" sz="6000" b="1" dirty="0" err="1">
              <a:solidFill>
                <a:schemeClr val="accent2"/>
              </a:solidFill>
              <a:latin typeface="+mj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B2ECA0-D81B-41D8-9A22-9081D91F696C}"/>
              </a:ext>
            </a:extLst>
          </p:cNvPr>
          <p:cNvSpPr txBox="1"/>
          <p:nvPr/>
        </p:nvSpPr>
        <p:spPr>
          <a:xfrm>
            <a:off x="9083040" y="2732085"/>
            <a:ext cx="1650236" cy="10414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6000" b="1" dirty="0">
                <a:solidFill>
                  <a:schemeClr val="accent5"/>
                </a:solidFill>
                <a:latin typeface="+mj-lt"/>
              </a:rPr>
              <a:t>22%</a:t>
            </a:r>
            <a:endParaRPr lang="en-AU" sz="6000" b="1" dirty="0" err="1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C78BAB9-6FF1-4BD7-9C46-6709E2596CE1}"/>
              </a:ext>
            </a:extLst>
          </p:cNvPr>
          <p:cNvSpPr txBox="1"/>
          <p:nvPr/>
        </p:nvSpPr>
        <p:spPr>
          <a:xfrm>
            <a:off x="1538816" y="2590930"/>
            <a:ext cx="1473202" cy="2823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1600" dirty="0">
                <a:solidFill>
                  <a:schemeClr val="tx2"/>
                </a:solidFill>
              </a:rPr>
              <a:t>Lorem ipsum</a:t>
            </a:r>
            <a:endParaRPr lang="en-AU" sz="1600" dirty="0" err="1">
              <a:solidFill>
                <a:schemeClr val="tx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3A1732-8905-4519-9CD3-B42147211920}"/>
              </a:ext>
            </a:extLst>
          </p:cNvPr>
          <p:cNvSpPr txBox="1"/>
          <p:nvPr/>
        </p:nvSpPr>
        <p:spPr>
          <a:xfrm>
            <a:off x="5359399" y="2590930"/>
            <a:ext cx="1473202" cy="2823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1600" dirty="0">
                <a:solidFill>
                  <a:schemeClr val="accent2"/>
                </a:solidFill>
              </a:rPr>
              <a:t>Lorem ipsum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0678C8-4A20-47BE-8DDE-475E52BDDFC8}"/>
              </a:ext>
            </a:extLst>
          </p:cNvPr>
          <p:cNvSpPr txBox="1"/>
          <p:nvPr/>
        </p:nvSpPr>
        <p:spPr>
          <a:xfrm>
            <a:off x="9171557" y="2590930"/>
            <a:ext cx="1473202" cy="2823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1600" dirty="0">
                <a:solidFill>
                  <a:schemeClr val="accent5"/>
                </a:solidFill>
              </a:rPr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306441569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257EFF41-7EF7-ECB6-13AB-A825918FD6A2}"/>
              </a:ext>
            </a:extLst>
          </p:cNvPr>
          <p:cNvSpPr/>
          <p:nvPr/>
        </p:nvSpPr>
        <p:spPr>
          <a:xfrm>
            <a:off x="8997277" y="1714499"/>
            <a:ext cx="2640912" cy="3495676"/>
          </a:xfrm>
          <a:prstGeom prst="roundRect">
            <a:avLst>
              <a:gd name="adj" fmla="val 2825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AC394DC-8521-9E59-0956-8D48815C4652}"/>
              </a:ext>
            </a:extLst>
          </p:cNvPr>
          <p:cNvSpPr/>
          <p:nvPr/>
        </p:nvSpPr>
        <p:spPr>
          <a:xfrm>
            <a:off x="3310242" y="1714499"/>
            <a:ext cx="2640912" cy="3495676"/>
          </a:xfrm>
          <a:prstGeom prst="roundRect">
            <a:avLst>
              <a:gd name="adj" fmla="val 2825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3627540-4673-3083-BEBC-4B1FC4FDD37F}"/>
              </a:ext>
            </a:extLst>
          </p:cNvPr>
          <p:cNvSpPr/>
          <p:nvPr/>
        </p:nvSpPr>
        <p:spPr>
          <a:xfrm>
            <a:off x="466725" y="1714499"/>
            <a:ext cx="2640912" cy="3495676"/>
          </a:xfrm>
          <a:prstGeom prst="roundRect">
            <a:avLst>
              <a:gd name="adj" fmla="val 2825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327BE59-62DA-F200-0790-1EFC6495966C}"/>
              </a:ext>
            </a:extLst>
          </p:cNvPr>
          <p:cNvSpPr/>
          <p:nvPr/>
        </p:nvSpPr>
        <p:spPr>
          <a:xfrm>
            <a:off x="6153759" y="1714499"/>
            <a:ext cx="2640912" cy="3495676"/>
          </a:xfrm>
          <a:prstGeom prst="roundRect">
            <a:avLst>
              <a:gd name="adj" fmla="val 2825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49912AB9-A826-4E2A-A4AD-CC0434548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Four number</a:t>
            </a:r>
            <a:endParaRPr lang="en-AU" b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F280D-27DF-411B-B2C3-65741D0833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Slide subtitle goes here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CF17A72-4AF5-4742-B207-730F7979D3D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69302" y="2042458"/>
            <a:ext cx="2207577" cy="382587"/>
          </a:xfrm>
        </p:spPr>
        <p:txBody>
          <a:bodyPr/>
          <a:lstStyle/>
          <a:p>
            <a:r>
              <a:rPr lang="en-AU" dirty="0"/>
              <a:t>Lorem ipsum 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0ABBC53-EC16-4689-9134-B4380CC30C7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3" y="3373121"/>
            <a:ext cx="2039212" cy="1770380"/>
          </a:xfrm>
        </p:spPr>
        <p:txBody>
          <a:bodyPr/>
          <a:lstStyle/>
          <a:p>
            <a:r>
              <a:rPr lang="en-AU" dirty="0"/>
              <a:t>Insert short description </a:t>
            </a:r>
            <a:br>
              <a:rPr lang="en-AU" dirty="0"/>
            </a:br>
            <a:r>
              <a:rPr lang="en-AU" dirty="0"/>
              <a:t>of icon here </a:t>
            </a:r>
          </a:p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35" name="Text Placeholder 16">
            <a:extLst>
              <a:ext uri="{FF2B5EF4-FFF2-40B4-BE49-F238E27FC236}">
                <a16:creationId xmlns:a16="http://schemas.microsoft.com/office/drawing/2014/main" id="{61083F61-7E19-E75A-626B-65D183607EC6}"/>
              </a:ext>
            </a:extLst>
          </p:cNvPr>
          <p:cNvSpPr txBox="1">
            <a:spLocks/>
          </p:cNvSpPr>
          <p:nvPr/>
        </p:nvSpPr>
        <p:spPr>
          <a:xfrm>
            <a:off x="3612819" y="2042458"/>
            <a:ext cx="2207577" cy="3825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Lorem ipsum 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56C3A833-B443-C97C-2D06-E507B29A7C08}"/>
              </a:ext>
            </a:extLst>
          </p:cNvPr>
          <p:cNvSpPr txBox="1">
            <a:spLocks/>
          </p:cNvSpPr>
          <p:nvPr/>
        </p:nvSpPr>
        <p:spPr>
          <a:xfrm>
            <a:off x="3612820" y="3373121"/>
            <a:ext cx="2039212" cy="177038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Insert short description </a:t>
            </a:r>
            <a:br>
              <a:rPr lang="en-AU" dirty="0"/>
            </a:br>
            <a:r>
              <a:rPr lang="en-AU" dirty="0"/>
              <a:t>of icon here </a:t>
            </a:r>
          </a:p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9CB550B1-C810-9811-F183-A3C3AF03000E}"/>
              </a:ext>
            </a:extLst>
          </p:cNvPr>
          <p:cNvSpPr txBox="1">
            <a:spLocks/>
          </p:cNvSpPr>
          <p:nvPr/>
        </p:nvSpPr>
        <p:spPr>
          <a:xfrm>
            <a:off x="6456336" y="2042458"/>
            <a:ext cx="2207577" cy="3825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Lorem ipsum </a:t>
            </a:r>
          </a:p>
        </p:txBody>
      </p:sp>
      <p:sp>
        <p:nvSpPr>
          <p:cNvPr id="39" name="Text Placeholder 17">
            <a:extLst>
              <a:ext uri="{FF2B5EF4-FFF2-40B4-BE49-F238E27FC236}">
                <a16:creationId xmlns:a16="http://schemas.microsoft.com/office/drawing/2014/main" id="{27863582-D113-04ED-5331-FEF556AC770C}"/>
              </a:ext>
            </a:extLst>
          </p:cNvPr>
          <p:cNvSpPr txBox="1">
            <a:spLocks/>
          </p:cNvSpPr>
          <p:nvPr/>
        </p:nvSpPr>
        <p:spPr>
          <a:xfrm>
            <a:off x="6456337" y="3373121"/>
            <a:ext cx="2039212" cy="177038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Insert short description </a:t>
            </a:r>
            <a:br>
              <a:rPr lang="en-AU" dirty="0"/>
            </a:br>
            <a:r>
              <a:rPr lang="en-AU" dirty="0"/>
              <a:t>of icon here </a:t>
            </a:r>
          </a:p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04A36AD8-F209-9C94-E57A-E9A78471BC1C}"/>
              </a:ext>
            </a:extLst>
          </p:cNvPr>
          <p:cNvSpPr txBox="1">
            <a:spLocks/>
          </p:cNvSpPr>
          <p:nvPr/>
        </p:nvSpPr>
        <p:spPr>
          <a:xfrm>
            <a:off x="9299854" y="2042458"/>
            <a:ext cx="2207577" cy="3825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Lorem ipsum </a:t>
            </a:r>
          </a:p>
        </p:txBody>
      </p:sp>
      <p:sp>
        <p:nvSpPr>
          <p:cNvPr id="42" name="Text Placeholder 17">
            <a:extLst>
              <a:ext uri="{FF2B5EF4-FFF2-40B4-BE49-F238E27FC236}">
                <a16:creationId xmlns:a16="http://schemas.microsoft.com/office/drawing/2014/main" id="{5961CA9F-7F3E-8081-3D57-CD78144090FD}"/>
              </a:ext>
            </a:extLst>
          </p:cNvPr>
          <p:cNvSpPr txBox="1">
            <a:spLocks/>
          </p:cNvSpPr>
          <p:nvPr/>
        </p:nvSpPr>
        <p:spPr>
          <a:xfrm>
            <a:off x="9299855" y="3373121"/>
            <a:ext cx="2039212" cy="177038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Insert short description </a:t>
            </a:r>
            <a:br>
              <a:rPr lang="en-AU" dirty="0"/>
            </a:br>
            <a:r>
              <a:rPr lang="en-AU" dirty="0"/>
              <a:t>of icon here </a:t>
            </a:r>
          </a:p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398492-5743-0D48-C26C-D8AC6FCF50F0}"/>
              </a:ext>
            </a:extLst>
          </p:cNvPr>
          <p:cNvSpPr txBox="1"/>
          <p:nvPr/>
        </p:nvSpPr>
        <p:spPr>
          <a:xfrm>
            <a:off x="710617" y="2456677"/>
            <a:ext cx="1650236" cy="10414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sz="5000" b="1" dirty="0">
                <a:solidFill>
                  <a:schemeClr val="accent2"/>
                </a:solidFill>
                <a:latin typeface="+mj-lt"/>
              </a:rPr>
              <a:t>00%</a:t>
            </a:r>
            <a:endParaRPr lang="en-AU" sz="5000" b="1" dirty="0" err="1">
              <a:solidFill>
                <a:schemeClr val="accent2"/>
              </a:solidFill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22ABE-459B-94B1-E3E7-218D6B2CA51D}"/>
              </a:ext>
            </a:extLst>
          </p:cNvPr>
          <p:cNvSpPr txBox="1"/>
          <p:nvPr/>
        </p:nvSpPr>
        <p:spPr>
          <a:xfrm>
            <a:off x="3556552" y="2456677"/>
            <a:ext cx="1650236" cy="10414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sz="5000" b="1" dirty="0">
                <a:solidFill>
                  <a:schemeClr val="accent2"/>
                </a:solidFill>
                <a:latin typeface="+mj-lt"/>
              </a:rPr>
              <a:t>$000</a:t>
            </a:r>
            <a:endParaRPr lang="en-AU" sz="5000" b="1" dirty="0" err="1">
              <a:solidFill>
                <a:schemeClr val="accent2"/>
              </a:solidFill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061725-A634-507C-39A6-333EC28FA786}"/>
              </a:ext>
            </a:extLst>
          </p:cNvPr>
          <p:cNvSpPr txBox="1"/>
          <p:nvPr/>
        </p:nvSpPr>
        <p:spPr>
          <a:xfrm>
            <a:off x="6376015" y="2456677"/>
            <a:ext cx="1650236" cy="10414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sz="5000" b="1" dirty="0">
                <a:solidFill>
                  <a:schemeClr val="accent2"/>
                </a:solidFill>
                <a:latin typeface="+mj-lt"/>
              </a:rPr>
              <a:t>00%</a:t>
            </a:r>
            <a:endParaRPr lang="en-AU" sz="5000" b="1" dirty="0" err="1">
              <a:solidFill>
                <a:schemeClr val="accent2"/>
              </a:solidFill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80E3B2-F0B7-9BEB-9464-66CD467738E0}"/>
              </a:ext>
            </a:extLst>
          </p:cNvPr>
          <p:cNvSpPr txBox="1"/>
          <p:nvPr/>
        </p:nvSpPr>
        <p:spPr>
          <a:xfrm>
            <a:off x="9187619" y="2456677"/>
            <a:ext cx="1650236" cy="10414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sz="5000" b="1" dirty="0">
                <a:solidFill>
                  <a:schemeClr val="accent2"/>
                </a:solidFill>
                <a:latin typeface="+mj-lt"/>
              </a:rPr>
              <a:t>$000</a:t>
            </a:r>
            <a:endParaRPr lang="en-AU" sz="5000" b="1" dirty="0" err="1">
              <a:solidFill>
                <a:schemeClr val="accent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7011194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A5C0343-0783-87CA-DBA9-A85AE3458C10}"/>
              </a:ext>
            </a:extLst>
          </p:cNvPr>
          <p:cNvSpPr/>
          <p:nvPr/>
        </p:nvSpPr>
        <p:spPr>
          <a:xfrm>
            <a:off x="4216128" y="1714499"/>
            <a:ext cx="3058793" cy="3495676"/>
          </a:xfrm>
          <a:prstGeom prst="roundRect">
            <a:avLst>
              <a:gd name="adj" fmla="val 282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D53634A-922D-200E-A8B1-C42BE34F3304}"/>
              </a:ext>
            </a:extLst>
          </p:cNvPr>
          <p:cNvSpPr/>
          <p:nvPr/>
        </p:nvSpPr>
        <p:spPr>
          <a:xfrm>
            <a:off x="7906386" y="1714499"/>
            <a:ext cx="3058793" cy="3495676"/>
          </a:xfrm>
          <a:prstGeom prst="roundRect">
            <a:avLst>
              <a:gd name="adj" fmla="val 282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63AD852-3309-2F7B-6B27-FDBCA6BE3AF1}"/>
              </a:ext>
            </a:extLst>
          </p:cNvPr>
          <p:cNvSpPr/>
          <p:nvPr/>
        </p:nvSpPr>
        <p:spPr>
          <a:xfrm>
            <a:off x="466724" y="1714499"/>
            <a:ext cx="3058793" cy="3495676"/>
          </a:xfrm>
          <a:prstGeom prst="roundRect">
            <a:avLst>
              <a:gd name="adj" fmla="val 282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4311A60-4265-420D-9E37-CF1F0CA73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/>
              <a:t>Three icon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18C248-BCAC-4BB7-B59C-9A70ED4FB1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Take care to use two tone icons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B086E7B2-B496-4E9D-9122-1723BB08F41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AU" dirty="0"/>
              <a:t>Lorem ipsum </a:t>
            </a:r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3CCCAFBF-9210-423C-B877-FB6C4D83FCE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AU" dirty="0"/>
              <a:t>Insert short description </a:t>
            </a:r>
            <a:br>
              <a:rPr lang="en-AU" dirty="0"/>
            </a:br>
            <a:r>
              <a:rPr lang="en-AU" dirty="0"/>
              <a:t>of icon here </a:t>
            </a:r>
          </a:p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AF7FC865-56C9-4DAC-8B3A-92998B12693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15042" y="2792730"/>
            <a:ext cx="2756216" cy="382587"/>
          </a:xfrm>
        </p:spPr>
        <p:txBody>
          <a:bodyPr/>
          <a:lstStyle/>
          <a:p>
            <a:r>
              <a:rPr lang="en-AU" dirty="0"/>
              <a:t>Lorem ipsum 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DEFE6057-B461-470D-A481-C465108D2F7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518705" y="3373121"/>
            <a:ext cx="2756216" cy="1770380"/>
          </a:xfrm>
        </p:spPr>
        <p:txBody>
          <a:bodyPr/>
          <a:lstStyle/>
          <a:p>
            <a:r>
              <a:rPr lang="en-AU"/>
              <a:t>Insert short description </a:t>
            </a:r>
            <a:br>
              <a:rPr lang="en-AU"/>
            </a:br>
            <a:r>
              <a:rPr lang="en-AU"/>
              <a:t>of icon here </a:t>
            </a:r>
          </a:p>
          <a:p>
            <a:r>
              <a:rPr lang="en-AU"/>
              <a:t>lorem ipsum </a:t>
            </a:r>
            <a:r>
              <a:rPr lang="en-AU" dirty="0"/>
              <a:t>dolor</a:t>
            </a:r>
            <a:r>
              <a:rPr lang="en-AU"/>
              <a:t> sit amet </a:t>
            </a:r>
            <a:r>
              <a:rPr lang="en-AU" dirty="0"/>
              <a:t>consectetuer</a:t>
            </a:r>
            <a:r>
              <a:rPr lang="en-AU"/>
              <a:t> </a:t>
            </a:r>
            <a:r>
              <a:rPr lang="en-AU" dirty="0"/>
              <a:t>adipiscing</a:t>
            </a:r>
            <a:r>
              <a:rPr lang="en-AU"/>
              <a:t> </a:t>
            </a:r>
            <a:r>
              <a:rPr lang="en-AU" dirty="0"/>
              <a:t>elit</a:t>
            </a:r>
            <a:r>
              <a:rPr lang="en-AU"/>
              <a:t> </a:t>
            </a:r>
            <a:r>
              <a:rPr lang="en-AU" dirty="0"/>
              <a:t>maecenas</a:t>
            </a:r>
            <a:r>
              <a:rPr lang="en-AU"/>
              <a:t> </a:t>
            </a:r>
            <a:r>
              <a:rPr lang="en-AU" dirty="0"/>
              <a:t>porttitor</a:t>
            </a:r>
            <a:r>
              <a:rPr lang="en-AU"/>
              <a:t> </a:t>
            </a:r>
            <a:r>
              <a:rPr lang="en-AU" dirty="0"/>
              <a:t>congue</a:t>
            </a:r>
            <a:endParaRPr lang="en-AU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1E3C1B9-C803-401A-BC5B-109FC28EC4C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39123" y="2792730"/>
            <a:ext cx="2756216" cy="382587"/>
          </a:xfrm>
        </p:spPr>
        <p:txBody>
          <a:bodyPr/>
          <a:lstStyle/>
          <a:p>
            <a:r>
              <a:rPr lang="en-AU" dirty="0"/>
              <a:t>Lorem ipsum 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E13B8900-3E71-4BEB-A6F5-DB655161E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39123" y="3373121"/>
            <a:ext cx="2756216" cy="1770380"/>
          </a:xfrm>
        </p:spPr>
        <p:txBody>
          <a:bodyPr/>
          <a:lstStyle/>
          <a:p>
            <a:r>
              <a:rPr lang="en-AU" dirty="0"/>
              <a:t>Insert short description </a:t>
            </a:r>
            <a:br>
              <a:rPr lang="en-AU" dirty="0"/>
            </a:br>
            <a:r>
              <a:rPr lang="en-AU" dirty="0"/>
              <a:t>of icon here </a:t>
            </a:r>
          </a:p>
          <a:p>
            <a:r>
              <a:rPr lang="en-AU" dirty="0"/>
              <a:t>lorem ipsum dolor sit amet consectetuer adipiscing elit maecenas porttitor congue</a:t>
            </a:r>
          </a:p>
        </p:txBody>
      </p:sp>
      <p:pic>
        <p:nvPicPr>
          <p:cNvPr id="54" name="Graphic 53">
            <a:extLst>
              <a:ext uri="{FF2B5EF4-FFF2-40B4-BE49-F238E27FC236}">
                <a16:creationId xmlns:a16="http://schemas.microsoft.com/office/drawing/2014/main" id="{04B306FC-85C0-410C-8EFF-CCC6F1689E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2713" y="2003599"/>
            <a:ext cx="821020" cy="821020"/>
          </a:xfrm>
          <a:prstGeom prst="rect">
            <a:avLst/>
          </a:prstGeom>
        </p:spPr>
      </p:pic>
      <p:pic>
        <p:nvPicPr>
          <p:cNvPr id="55" name="Graphic 54">
            <a:extLst>
              <a:ext uri="{FF2B5EF4-FFF2-40B4-BE49-F238E27FC236}">
                <a16:creationId xmlns:a16="http://schemas.microsoft.com/office/drawing/2014/main" id="{7480BAD9-713A-400F-8F62-41037FC7CE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71774" y="2003599"/>
            <a:ext cx="821020" cy="821020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D9E017FC-8FED-44C7-B85D-4FE4067D22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75837" y="2003599"/>
            <a:ext cx="821020" cy="82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96868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A5C0343-0783-87CA-DBA9-A85AE3458C10}"/>
              </a:ext>
            </a:extLst>
          </p:cNvPr>
          <p:cNvSpPr/>
          <p:nvPr/>
        </p:nvSpPr>
        <p:spPr>
          <a:xfrm>
            <a:off x="4216128" y="1714499"/>
            <a:ext cx="3058793" cy="3495676"/>
          </a:xfrm>
          <a:prstGeom prst="roundRect">
            <a:avLst>
              <a:gd name="adj" fmla="val 2825"/>
            </a:avLst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D53634A-922D-200E-A8B1-C42BE34F3304}"/>
              </a:ext>
            </a:extLst>
          </p:cNvPr>
          <p:cNvSpPr/>
          <p:nvPr/>
        </p:nvSpPr>
        <p:spPr>
          <a:xfrm>
            <a:off x="7906386" y="1714499"/>
            <a:ext cx="3058793" cy="3495676"/>
          </a:xfrm>
          <a:prstGeom prst="roundRect">
            <a:avLst>
              <a:gd name="adj" fmla="val 2825"/>
            </a:avLst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63AD852-3309-2F7B-6B27-FDBCA6BE3AF1}"/>
              </a:ext>
            </a:extLst>
          </p:cNvPr>
          <p:cNvSpPr/>
          <p:nvPr/>
        </p:nvSpPr>
        <p:spPr>
          <a:xfrm>
            <a:off x="466724" y="1714499"/>
            <a:ext cx="3058793" cy="3495676"/>
          </a:xfrm>
          <a:prstGeom prst="roundRect">
            <a:avLst>
              <a:gd name="adj" fmla="val 2825"/>
            </a:avLst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4311A60-4265-420D-9E37-CF1F0CA73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/>
              <a:t>Three icon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18C248-BCAC-4BB7-B59C-9A70ED4FB1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Take care to use white icons on coloured circles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B086E7B2-B496-4E9D-9122-1723BB08F41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69302" y="3307084"/>
            <a:ext cx="2756216" cy="382587"/>
          </a:xfrm>
        </p:spPr>
        <p:txBody>
          <a:bodyPr/>
          <a:lstStyle/>
          <a:p>
            <a:r>
              <a:rPr lang="en-AU" dirty="0"/>
              <a:t>Lorem ipsum </a:t>
            </a:r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3CCCAFBF-9210-423C-B877-FB6C4D83FCE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3" y="3758887"/>
            <a:ext cx="2488248" cy="1227451"/>
          </a:xfrm>
        </p:spPr>
        <p:txBody>
          <a:bodyPr/>
          <a:lstStyle/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AF7FC865-56C9-4DAC-8B3A-92998B12693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15042" y="3307084"/>
            <a:ext cx="2756216" cy="382587"/>
          </a:xfrm>
        </p:spPr>
        <p:txBody>
          <a:bodyPr/>
          <a:lstStyle/>
          <a:p>
            <a:r>
              <a:rPr lang="en-AU" dirty="0"/>
              <a:t>Lorem ipsum 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DEFE6057-B461-470D-A481-C465108D2F7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518706" y="3758887"/>
            <a:ext cx="2482170" cy="1227451"/>
          </a:xfrm>
        </p:spPr>
        <p:txBody>
          <a:bodyPr/>
          <a:lstStyle/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1E3C1B9-C803-401A-BC5B-109FC28EC4C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39123" y="3307084"/>
            <a:ext cx="2756216" cy="382587"/>
          </a:xfrm>
        </p:spPr>
        <p:txBody>
          <a:bodyPr/>
          <a:lstStyle/>
          <a:p>
            <a:r>
              <a:rPr lang="en-AU" dirty="0"/>
              <a:t>Lorem ipsum 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E13B8900-3E71-4BEB-A6F5-DB655161E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39123" y="3758887"/>
            <a:ext cx="2562215" cy="1227451"/>
          </a:xfrm>
        </p:spPr>
        <p:txBody>
          <a:bodyPr/>
          <a:lstStyle/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8DED49F-66AA-2F15-A14A-1D3289D0ACFA}"/>
              </a:ext>
            </a:extLst>
          </p:cNvPr>
          <p:cNvSpPr/>
          <p:nvPr/>
        </p:nvSpPr>
        <p:spPr>
          <a:xfrm>
            <a:off x="761303" y="2111698"/>
            <a:ext cx="1014412" cy="1014412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pic>
        <p:nvPicPr>
          <p:cNvPr id="54" name="Graphic 53">
            <a:extLst>
              <a:ext uri="{FF2B5EF4-FFF2-40B4-BE49-F238E27FC236}">
                <a16:creationId xmlns:a16="http://schemas.microsoft.com/office/drawing/2014/main" id="{04B306FC-85C0-410C-8EFF-CCC6F1689E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509" y="2294904"/>
            <a:ext cx="648000" cy="64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A5184D1F-9D91-FDAB-4A75-3D75799BCFA9}"/>
              </a:ext>
            </a:extLst>
          </p:cNvPr>
          <p:cNvSpPr/>
          <p:nvPr/>
        </p:nvSpPr>
        <p:spPr>
          <a:xfrm>
            <a:off x="4514387" y="2111698"/>
            <a:ext cx="1014412" cy="101441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pic>
        <p:nvPicPr>
          <p:cNvPr id="55" name="Graphic 54">
            <a:extLst>
              <a:ext uri="{FF2B5EF4-FFF2-40B4-BE49-F238E27FC236}">
                <a16:creationId xmlns:a16="http://schemas.microsoft.com/office/drawing/2014/main" id="{7480BAD9-713A-400F-8F62-41037FC7CE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97593" y="2294904"/>
            <a:ext cx="648000" cy="6480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E9131DAA-F20A-3964-4727-B241C258713A}"/>
              </a:ext>
            </a:extLst>
          </p:cNvPr>
          <p:cNvSpPr/>
          <p:nvPr/>
        </p:nvSpPr>
        <p:spPr>
          <a:xfrm>
            <a:off x="8128593" y="2128582"/>
            <a:ext cx="1014412" cy="10144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D9E017FC-8FED-44C7-B85D-4FE4067D22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1799" y="2311788"/>
            <a:ext cx="648000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423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3627540-4673-3083-BEBC-4B1FC4FDD37F}"/>
              </a:ext>
            </a:extLst>
          </p:cNvPr>
          <p:cNvSpPr/>
          <p:nvPr/>
        </p:nvSpPr>
        <p:spPr>
          <a:xfrm>
            <a:off x="466725" y="1714499"/>
            <a:ext cx="2640912" cy="3495676"/>
          </a:xfrm>
          <a:prstGeom prst="roundRect">
            <a:avLst>
              <a:gd name="adj" fmla="val 2825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AC394DC-8521-9E59-0956-8D48815C4652}"/>
              </a:ext>
            </a:extLst>
          </p:cNvPr>
          <p:cNvSpPr/>
          <p:nvPr/>
        </p:nvSpPr>
        <p:spPr>
          <a:xfrm>
            <a:off x="3310242" y="1714499"/>
            <a:ext cx="2640912" cy="3495676"/>
          </a:xfrm>
          <a:prstGeom prst="roundRect">
            <a:avLst>
              <a:gd name="adj" fmla="val 2825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327BE59-62DA-F200-0790-1EFC6495966C}"/>
              </a:ext>
            </a:extLst>
          </p:cNvPr>
          <p:cNvSpPr/>
          <p:nvPr/>
        </p:nvSpPr>
        <p:spPr>
          <a:xfrm>
            <a:off x="6153759" y="1714499"/>
            <a:ext cx="2640912" cy="3495676"/>
          </a:xfrm>
          <a:prstGeom prst="roundRect">
            <a:avLst>
              <a:gd name="adj" fmla="val 2825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257EFF41-7EF7-ECB6-13AB-A825918FD6A2}"/>
              </a:ext>
            </a:extLst>
          </p:cNvPr>
          <p:cNvSpPr/>
          <p:nvPr/>
        </p:nvSpPr>
        <p:spPr>
          <a:xfrm>
            <a:off x="8997277" y="1714499"/>
            <a:ext cx="2640912" cy="3495676"/>
          </a:xfrm>
          <a:prstGeom prst="roundRect">
            <a:avLst>
              <a:gd name="adj" fmla="val 2825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49912AB9-A826-4E2A-A4AD-CC0434548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Four icon</a:t>
            </a:r>
            <a:endParaRPr lang="en-AU" b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F280D-27DF-411B-B2C3-65741D0833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Take care to use two tone icons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CF17A72-4AF5-4742-B207-730F7979D3D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AU" dirty="0"/>
              <a:t>Lorem ipsum 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0ABBC53-EC16-4689-9134-B4380CC30C7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3" y="3373121"/>
            <a:ext cx="2039212" cy="1770380"/>
          </a:xfrm>
        </p:spPr>
        <p:txBody>
          <a:bodyPr/>
          <a:lstStyle/>
          <a:p>
            <a:r>
              <a:rPr lang="en-AU" dirty="0"/>
              <a:t>Insert short description </a:t>
            </a:r>
            <a:br>
              <a:rPr lang="en-AU" dirty="0"/>
            </a:br>
            <a:r>
              <a:rPr lang="en-AU" dirty="0"/>
              <a:t>of icon here </a:t>
            </a:r>
          </a:p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35" name="Text Placeholder 16">
            <a:extLst>
              <a:ext uri="{FF2B5EF4-FFF2-40B4-BE49-F238E27FC236}">
                <a16:creationId xmlns:a16="http://schemas.microsoft.com/office/drawing/2014/main" id="{61083F61-7E19-E75A-626B-65D183607EC6}"/>
              </a:ext>
            </a:extLst>
          </p:cNvPr>
          <p:cNvSpPr txBox="1">
            <a:spLocks/>
          </p:cNvSpPr>
          <p:nvPr/>
        </p:nvSpPr>
        <p:spPr>
          <a:xfrm>
            <a:off x="3612819" y="2792730"/>
            <a:ext cx="2207577" cy="3825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 </a:t>
            </a:r>
            <a:endParaRPr lang="en-AU" dirty="0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56C3A833-B443-C97C-2D06-E507B29A7C08}"/>
              </a:ext>
            </a:extLst>
          </p:cNvPr>
          <p:cNvSpPr txBox="1">
            <a:spLocks/>
          </p:cNvSpPr>
          <p:nvPr/>
        </p:nvSpPr>
        <p:spPr>
          <a:xfrm>
            <a:off x="3612820" y="3373121"/>
            <a:ext cx="2039212" cy="177038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Insert short description </a:t>
            </a:r>
            <a:br>
              <a:rPr lang="en-AU" dirty="0"/>
            </a:br>
            <a:r>
              <a:rPr lang="en-AU" dirty="0"/>
              <a:t>of icon here </a:t>
            </a:r>
          </a:p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9CB550B1-C810-9811-F183-A3C3AF03000E}"/>
              </a:ext>
            </a:extLst>
          </p:cNvPr>
          <p:cNvSpPr txBox="1">
            <a:spLocks/>
          </p:cNvSpPr>
          <p:nvPr/>
        </p:nvSpPr>
        <p:spPr>
          <a:xfrm>
            <a:off x="6456336" y="2792730"/>
            <a:ext cx="2207577" cy="3825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Lorem ipsum </a:t>
            </a:r>
          </a:p>
        </p:txBody>
      </p:sp>
      <p:sp>
        <p:nvSpPr>
          <p:cNvPr id="39" name="Text Placeholder 17">
            <a:extLst>
              <a:ext uri="{FF2B5EF4-FFF2-40B4-BE49-F238E27FC236}">
                <a16:creationId xmlns:a16="http://schemas.microsoft.com/office/drawing/2014/main" id="{27863582-D113-04ED-5331-FEF556AC770C}"/>
              </a:ext>
            </a:extLst>
          </p:cNvPr>
          <p:cNvSpPr txBox="1">
            <a:spLocks/>
          </p:cNvSpPr>
          <p:nvPr/>
        </p:nvSpPr>
        <p:spPr>
          <a:xfrm>
            <a:off x="6456337" y="3373121"/>
            <a:ext cx="2039212" cy="177038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Insert short description </a:t>
            </a:r>
            <a:br>
              <a:rPr lang="en-AU" dirty="0"/>
            </a:br>
            <a:r>
              <a:rPr lang="en-AU" dirty="0"/>
              <a:t>of icon here </a:t>
            </a:r>
          </a:p>
          <a:p>
            <a:r>
              <a:rPr lang="en-AU" dirty="0"/>
              <a:t>lorem ipsum dolor sit amet consectetuer adipiscing elit maecenas porttitor congue</a:t>
            </a:r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04A36AD8-F209-9C94-E57A-E9A78471BC1C}"/>
              </a:ext>
            </a:extLst>
          </p:cNvPr>
          <p:cNvSpPr txBox="1">
            <a:spLocks/>
          </p:cNvSpPr>
          <p:nvPr/>
        </p:nvSpPr>
        <p:spPr>
          <a:xfrm>
            <a:off x="9299854" y="2792730"/>
            <a:ext cx="2207577" cy="3825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 </a:t>
            </a:r>
            <a:endParaRPr lang="en-AU" dirty="0"/>
          </a:p>
        </p:txBody>
      </p:sp>
      <p:sp>
        <p:nvSpPr>
          <p:cNvPr id="42" name="Text Placeholder 17">
            <a:extLst>
              <a:ext uri="{FF2B5EF4-FFF2-40B4-BE49-F238E27FC236}">
                <a16:creationId xmlns:a16="http://schemas.microsoft.com/office/drawing/2014/main" id="{5961CA9F-7F3E-8081-3D57-CD78144090FD}"/>
              </a:ext>
            </a:extLst>
          </p:cNvPr>
          <p:cNvSpPr txBox="1">
            <a:spLocks/>
          </p:cNvSpPr>
          <p:nvPr/>
        </p:nvSpPr>
        <p:spPr>
          <a:xfrm>
            <a:off x="9299855" y="3373121"/>
            <a:ext cx="2039212" cy="177038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Insert short description </a:t>
            </a:r>
            <a:br>
              <a:rPr lang="en-AU" dirty="0"/>
            </a:br>
            <a:r>
              <a:rPr lang="en-AU" dirty="0"/>
              <a:t>of icon here </a:t>
            </a:r>
          </a:p>
          <a:p>
            <a:r>
              <a:rPr lang="en-AU" dirty="0"/>
              <a:t>lorem ipsum dolor sit amet consectetuer adipiscing elit maecenas porttitor congue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731BBFB4-4350-CA2B-8579-3F329A7671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19203" y="1974382"/>
            <a:ext cx="850237" cy="850237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3C8996F1-26CB-228A-FA5A-B075B404C8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62424" y="2016657"/>
            <a:ext cx="840963" cy="840963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DA47FC4C-AAC7-FAAE-0280-0480C32D7B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70486" y="2003598"/>
            <a:ext cx="840963" cy="840963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385129F0-AAB7-7A0F-D772-F40B5A88B72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3008" y="2000131"/>
            <a:ext cx="857489" cy="857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58768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F3DEA7A-0003-EDFE-DBBC-785CC466D141}"/>
              </a:ext>
            </a:extLst>
          </p:cNvPr>
          <p:cNvSpPr/>
          <p:nvPr/>
        </p:nvSpPr>
        <p:spPr>
          <a:xfrm>
            <a:off x="2810362" y="4020570"/>
            <a:ext cx="2761384" cy="2497282"/>
          </a:xfrm>
          <a:prstGeom prst="roundRect">
            <a:avLst>
              <a:gd name="adj" fmla="val 282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9" name="Text Placeholder 16">
            <a:extLst>
              <a:ext uri="{FF2B5EF4-FFF2-40B4-BE49-F238E27FC236}">
                <a16:creationId xmlns:a16="http://schemas.microsoft.com/office/drawing/2014/main" id="{1EE83957-B5A0-B761-7066-1464A07F08B4}"/>
              </a:ext>
            </a:extLst>
          </p:cNvPr>
          <p:cNvSpPr txBox="1">
            <a:spLocks/>
          </p:cNvSpPr>
          <p:nvPr/>
        </p:nvSpPr>
        <p:spPr>
          <a:xfrm>
            <a:off x="3112939" y="5126511"/>
            <a:ext cx="2207577" cy="3825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>
                <a:solidFill>
                  <a:schemeClr val="bg1"/>
                </a:solidFill>
              </a:rPr>
              <a:t>Time is Precious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14DE1C3F-F97A-33AA-787D-FBF4A6990566}"/>
              </a:ext>
            </a:extLst>
          </p:cNvPr>
          <p:cNvSpPr txBox="1">
            <a:spLocks/>
          </p:cNvSpPr>
          <p:nvPr/>
        </p:nvSpPr>
        <p:spPr>
          <a:xfrm>
            <a:off x="3112939" y="5551293"/>
            <a:ext cx="2039212" cy="56273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>
                <a:solidFill>
                  <a:schemeClr val="bg1"/>
                </a:solidFill>
              </a:rPr>
              <a:t>Insert short description </a:t>
            </a:r>
            <a:br>
              <a:rPr lang="en-AU">
                <a:solidFill>
                  <a:schemeClr val="bg1"/>
                </a:solidFill>
              </a:rPr>
            </a:br>
            <a:r>
              <a:rPr lang="en-AU">
                <a:solidFill>
                  <a:schemeClr val="bg1"/>
                </a:solidFill>
              </a:rPr>
              <a:t>of icon here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63B75EA-A95E-0450-27EF-6BBB2E84D9BE}"/>
              </a:ext>
            </a:extLst>
          </p:cNvPr>
          <p:cNvSpPr/>
          <p:nvPr/>
        </p:nvSpPr>
        <p:spPr>
          <a:xfrm>
            <a:off x="5874323" y="4020570"/>
            <a:ext cx="2761384" cy="2497282"/>
          </a:xfrm>
          <a:prstGeom prst="roundRect">
            <a:avLst>
              <a:gd name="adj" fmla="val 2825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2" name="Text Placeholder 16">
            <a:extLst>
              <a:ext uri="{FF2B5EF4-FFF2-40B4-BE49-F238E27FC236}">
                <a16:creationId xmlns:a16="http://schemas.microsoft.com/office/drawing/2014/main" id="{F77DA7A3-27E5-F337-796A-4AC767B57D5F}"/>
              </a:ext>
            </a:extLst>
          </p:cNvPr>
          <p:cNvSpPr txBox="1">
            <a:spLocks/>
          </p:cNvSpPr>
          <p:nvPr/>
        </p:nvSpPr>
        <p:spPr>
          <a:xfrm>
            <a:off x="6176900" y="5126511"/>
            <a:ext cx="2207577" cy="3825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>
                <a:solidFill>
                  <a:schemeClr val="bg1"/>
                </a:solidFill>
              </a:rPr>
              <a:t>Solve Problems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86A23A71-694B-48AA-28B9-8BA44F5CA8DA}"/>
              </a:ext>
            </a:extLst>
          </p:cNvPr>
          <p:cNvSpPr txBox="1">
            <a:spLocks/>
          </p:cNvSpPr>
          <p:nvPr/>
        </p:nvSpPr>
        <p:spPr>
          <a:xfrm>
            <a:off x="6176900" y="5551293"/>
            <a:ext cx="2039212" cy="56273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>
                <a:solidFill>
                  <a:schemeClr val="bg1"/>
                </a:solidFill>
              </a:rPr>
              <a:t>Insert short description </a:t>
            </a:r>
            <a:br>
              <a:rPr lang="en-AU">
                <a:solidFill>
                  <a:schemeClr val="bg1"/>
                </a:solidFill>
              </a:rPr>
            </a:br>
            <a:r>
              <a:rPr lang="en-AU">
                <a:solidFill>
                  <a:schemeClr val="bg1"/>
                </a:solidFill>
              </a:rPr>
              <a:t>of icon here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3627540-4673-3083-BEBC-4B1FC4FDD37F}"/>
              </a:ext>
            </a:extLst>
          </p:cNvPr>
          <p:cNvSpPr/>
          <p:nvPr/>
        </p:nvSpPr>
        <p:spPr>
          <a:xfrm>
            <a:off x="1284143" y="1298862"/>
            <a:ext cx="2761384" cy="2497282"/>
          </a:xfrm>
          <a:prstGeom prst="roundRect">
            <a:avLst>
              <a:gd name="adj" fmla="val 2825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49912AB9-A826-4E2A-A4AD-CC0434548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Shift value icons</a:t>
            </a:r>
            <a:endParaRPr lang="en-AU" b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F280D-27DF-411B-B2C3-65741D0833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Take care to use white icons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CF17A72-4AF5-4742-B207-730F7979D3D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586720" y="2404803"/>
            <a:ext cx="2207577" cy="382587"/>
          </a:xfrm>
        </p:spPr>
        <p:txBody>
          <a:bodyPr/>
          <a:lstStyle/>
          <a:p>
            <a:r>
              <a:rPr lang="en-AU" dirty="0">
                <a:solidFill>
                  <a:schemeClr val="bg1"/>
                </a:solidFill>
              </a:rPr>
              <a:t>Be Straightforward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0ABBC53-EC16-4689-9134-B4380CC30C7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586720" y="2829585"/>
            <a:ext cx="2039212" cy="562730"/>
          </a:xfrm>
        </p:spPr>
        <p:txBody>
          <a:bodyPr/>
          <a:lstStyle/>
          <a:p>
            <a:r>
              <a:rPr lang="en-AU" dirty="0">
                <a:solidFill>
                  <a:schemeClr val="bg1"/>
                </a:solidFill>
              </a:rPr>
              <a:t>Insert short description </a:t>
            </a:r>
            <a:br>
              <a:rPr lang="en-AU" dirty="0">
                <a:solidFill>
                  <a:schemeClr val="bg1"/>
                </a:solidFill>
              </a:rPr>
            </a:br>
            <a:r>
              <a:rPr lang="en-AU" dirty="0">
                <a:solidFill>
                  <a:schemeClr val="bg1"/>
                </a:solidFill>
              </a:rPr>
              <a:t>of icon here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36693FC-4173-C9EA-B4C5-5A121081B361}"/>
              </a:ext>
            </a:extLst>
          </p:cNvPr>
          <p:cNvSpPr/>
          <p:nvPr/>
        </p:nvSpPr>
        <p:spPr>
          <a:xfrm>
            <a:off x="4348104" y="1298862"/>
            <a:ext cx="2761384" cy="2497282"/>
          </a:xfrm>
          <a:prstGeom prst="roundRect">
            <a:avLst>
              <a:gd name="adj" fmla="val 2825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F348C62E-D844-54DF-B923-193094FD3D55}"/>
              </a:ext>
            </a:extLst>
          </p:cNvPr>
          <p:cNvSpPr txBox="1">
            <a:spLocks/>
          </p:cNvSpPr>
          <p:nvPr/>
        </p:nvSpPr>
        <p:spPr>
          <a:xfrm>
            <a:off x="4650681" y="2404803"/>
            <a:ext cx="2207577" cy="3825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>
                <a:solidFill>
                  <a:schemeClr val="bg1"/>
                </a:solidFill>
              </a:rPr>
              <a:t>Deliver Value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1DE91607-65E2-D1BB-BE5E-7DC3EB94F347}"/>
              </a:ext>
            </a:extLst>
          </p:cNvPr>
          <p:cNvSpPr txBox="1">
            <a:spLocks/>
          </p:cNvSpPr>
          <p:nvPr/>
        </p:nvSpPr>
        <p:spPr>
          <a:xfrm>
            <a:off x="4650681" y="2829585"/>
            <a:ext cx="2039212" cy="56273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>
                <a:solidFill>
                  <a:schemeClr val="bg1"/>
                </a:solidFill>
              </a:rPr>
              <a:t>Insert short description </a:t>
            </a:r>
            <a:br>
              <a:rPr lang="en-AU">
                <a:solidFill>
                  <a:schemeClr val="bg1"/>
                </a:solidFill>
              </a:rPr>
            </a:br>
            <a:r>
              <a:rPr lang="en-AU">
                <a:solidFill>
                  <a:schemeClr val="bg1"/>
                </a:solidFill>
              </a:rPr>
              <a:t>of icon here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A7E467F-F4AB-4093-BEE3-5348F3658EDA}"/>
              </a:ext>
            </a:extLst>
          </p:cNvPr>
          <p:cNvSpPr/>
          <p:nvPr/>
        </p:nvSpPr>
        <p:spPr>
          <a:xfrm>
            <a:off x="7412065" y="1298862"/>
            <a:ext cx="2761384" cy="2497282"/>
          </a:xfrm>
          <a:prstGeom prst="roundRect">
            <a:avLst>
              <a:gd name="adj" fmla="val 282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A3FA645F-3A65-FB75-E7DE-DEFD19449E24}"/>
              </a:ext>
            </a:extLst>
          </p:cNvPr>
          <p:cNvSpPr txBox="1">
            <a:spLocks/>
          </p:cNvSpPr>
          <p:nvPr/>
        </p:nvSpPr>
        <p:spPr>
          <a:xfrm>
            <a:off x="7714642" y="2404803"/>
            <a:ext cx="2207577" cy="3825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>
                <a:solidFill>
                  <a:schemeClr val="bg1"/>
                </a:solidFill>
              </a:rPr>
              <a:t>Shared Success, Shared Learnings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B8EA747B-8BA0-4611-4397-CAB6A2F353A7}"/>
              </a:ext>
            </a:extLst>
          </p:cNvPr>
          <p:cNvSpPr txBox="1">
            <a:spLocks/>
          </p:cNvSpPr>
          <p:nvPr/>
        </p:nvSpPr>
        <p:spPr>
          <a:xfrm>
            <a:off x="7714642" y="3106677"/>
            <a:ext cx="2039212" cy="56273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>
                <a:solidFill>
                  <a:schemeClr val="bg1"/>
                </a:solidFill>
              </a:rPr>
              <a:t>Insert short description </a:t>
            </a:r>
            <a:br>
              <a:rPr lang="en-AU" dirty="0">
                <a:solidFill>
                  <a:schemeClr val="bg1"/>
                </a:solidFill>
              </a:rPr>
            </a:br>
            <a:r>
              <a:rPr lang="en-AU" dirty="0">
                <a:solidFill>
                  <a:schemeClr val="bg1"/>
                </a:solidFill>
              </a:rPr>
              <a:t>of icon here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DABFEC43-30CA-8671-C66D-50878F8D1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85271" y="1585183"/>
            <a:ext cx="856800" cy="8568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F653B0DE-7BB8-BF43-7263-A4FE386CEC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37497" y="4229425"/>
            <a:ext cx="856800" cy="8568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61E20A0B-D19D-1498-5153-208F98EAC7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60846" y="1523288"/>
            <a:ext cx="856800" cy="8568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3D734A49-C8B3-F50C-F47E-E178DE63FDF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40572" y="1584494"/>
            <a:ext cx="856800" cy="856800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F2C06690-E7F8-A747-FECE-7399EBACD4B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93934" y="4229425"/>
            <a:ext cx="856800" cy="85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06172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47DCD2D-9303-4791-8A54-02CADF2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2854"/>
            <a:ext cx="3216271" cy="786871"/>
          </a:xfrm>
        </p:spPr>
        <p:txBody>
          <a:bodyPr lIns="0">
            <a:normAutofit fontScale="90000"/>
          </a:bodyPr>
          <a:lstStyle/>
          <a:p>
            <a:r>
              <a:rPr lang="en-AU" b="1" dirty="0"/>
              <a:t>Grey right - </a:t>
            </a:r>
            <a:r>
              <a:rPr lang="en-US" b="1" dirty="0"/>
              <a:t>sample layout with icons</a:t>
            </a:r>
            <a:endParaRPr lang="en-AU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B88BFA9-7218-4C95-A2C5-49ABDAC41B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6726" y="1609725"/>
            <a:ext cx="3216272" cy="448944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1400" dirty="0"/>
              <a:t>Slide subtitle goes here </a:t>
            </a:r>
            <a:br>
              <a:rPr lang="en-US" sz="1400" dirty="0"/>
            </a:br>
            <a:r>
              <a:rPr lang="en-US" sz="1400" dirty="0"/>
              <a:t>Arial size 20</a:t>
            </a:r>
          </a:p>
        </p:txBody>
      </p:sp>
      <p:sp>
        <p:nvSpPr>
          <p:cNvPr id="24" name="Content Placeholder 23">
            <a:extLst>
              <a:ext uri="{FF2B5EF4-FFF2-40B4-BE49-F238E27FC236}">
                <a16:creationId xmlns:a16="http://schemas.microsoft.com/office/drawing/2014/main" id="{2DAEC4A6-8EEF-4ED8-8D8D-AAA90750512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dirty="0"/>
              <a:t>Body text Arial size 14</a:t>
            </a:r>
          </a:p>
          <a:p>
            <a:r>
              <a:rPr lang="en-US" dirty="0"/>
              <a:t>Insert text by directly typing </a:t>
            </a:r>
            <a:br>
              <a:rPr lang="en-US" dirty="0"/>
            </a:br>
            <a:r>
              <a:rPr lang="en-US" dirty="0"/>
              <a:t>into the content placeholder</a:t>
            </a:r>
          </a:p>
          <a:p>
            <a:r>
              <a:rPr lang="en-US" dirty="0"/>
              <a:t>Alternatively, select one of the icons </a:t>
            </a:r>
            <a:br>
              <a:rPr lang="en-US" dirty="0"/>
            </a:br>
            <a:r>
              <a:rPr lang="en-US" dirty="0"/>
              <a:t>in the </a:t>
            </a:r>
            <a:r>
              <a:rPr lang="en-AU" dirty="0"/>
              <a:t>centre</a:t>
            </a:r>
            <a:r>
              <a:rPr lang="en-US" dirty="0"/>
              <a:t> of the content placeholder to insert desired content type</a:t>
            </a:r>
          </a:p>
          <a:p>
            <a:r>
              <a:rPr lang="en-US" dirty="0"/>
              <a:t>Bullet level one looks likes this</a:t>
            </a:r>
          </a:p>
          <a:p>
            <a:pPr lvl="1"/>
            <a:r>
              <a:rPr lang="en-US" dirty="0"/>
              <a:t>This is bullet level 2 (size 12)</a:t>
            </a:r>
          </a:p>
          <a:p>
            <a:pPr lvl="2"/>
            <a:r>
              <a:rPr lang="en-US" dirty="0"/>
              <a:t>This is bullet level 3 (size 11)</a:t>
            </a:r>
          </a:p>
          <a:p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C34DF-4B8E-49B4-9E4F-358911D8B90E}"/>
              </a:ext>
            </a:extLst>
          </p:cNvPr>
          <p:cNvSpPr txBox="1"/>
          <p:nvPr/>
        </p:nvSpPr>
        <p:spPr>
          <a:xfrm>
            <a:off x="5073650" y="2791894"/>
            <a:ext cx="1091565" cy="63710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dirty="0">
                <a:solidFill>
                  <a:schemeClr val="accent1"/>
                </a:solidFill>
                <a:latin typeface="+mj-lt"/>
              </a:rPr>
              <a:t>Lorem ipsum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154D5B-A90F-40E2-86EB-51C2784ECCEE}"/>
              </a:ext>
            </a:extLst>
          </p:cNvPr>
          <p:cNvSpPr txBox="1"/>
          <p:nvPr/>
        </p:nvSpPr>
        <p:spPr>
          <a:xfrm>
            <a:off x="7384067" y="2791894"/>
            <a:ext cx="1091565" cy="63710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dirty="0">
                <a:solidFill>
                  <a:schemeClr val="accent1"/>
                </a:solidFill>
                <a:latin typeface="+mj-lt"/>
              </a:rPr>
              <a:t>Dolor sit </a:t>
            </a:r>
            <a:r>
              <a:rPr lang="en-US" dirty="0" err="1">
                <a:solidFill>
                  <a:schemeClr val="accent1"/>
                </a:solidFill>
                <a:latin typeface="+mj-lt"/>
              </a:rPr>
              <a:t>amet</a:t>
            </a:r>
            <a:endParaRPr 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CADC1A-940F-4109-9B28-EC05FE770B36}"/>
              </a:ext>
            </a:extLst>
          </p:cNvPr>
          <p:cNvSpPr txBox="1"/>
          <p:nvPr/>
        </p:nvSpPr>
        <p:spPr>
          <a:xfrm>
            <a:off x="5071548" y="4577946"/>
            <a:ext cx="1755775" cy="6711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dirty="0" err="1">
                <a:solidFill>
                  <a:schemeClr val="accent1"/>
                </a:solidFill>
                <a:latin typeface="+mj-lt"/>
              </a:rPr>
              <a:t>Consectetuer</a:t>
            </a:r>
            <a:r>
              <a:rPr lang="en-US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en-US" dirty="0" err="1">
                <a:solidFill>
                  <a:schemeClr val="accent1"/>
                </a:solidFill>
                <a:latin typeface="+mj-lt"/>
              </a:rPr>
              <a:t>adipiscing</a:t>
            </a:r>
            <a:r>
              <a:rPr lang="en-US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en-US" dirty="0" err="1">
                <a:solidFill>
                  <a:schemeClr val="accent1"/>
                </a:solidFill>
                <a:latin typeface="+mj-lt"/>
              </a:rPr>
              <a:t>elit</a:t>
            </a:r>
            <a:endParaRPr 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86826D-E04E-4F7A-AAA7-638256DA08A2}"/>
              </a:ext>
            </a:extLst>
          </p:cNvPr>
          <p:cNvSpPr txBox="1"/>
          <p:nvPr/>
        </p:nvSpPr>
        <p:spPr>
          <a:xfrm>
            <a:off x="7376201" y="4577946"/>
            <a:ext cx="1755775" cy="6711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dirty="0">
                <a:solidFill>
                  <a:schemeClr val="accent1"/>
                </a:solidFill>
                <a:latin typeface="+mj-lt"/>
              </a:rPr>
              <a:t>Maecenas </a:t>
            </a:r>
            <a:r>
              <a:rPr lang="en-US" dirty="0" err="1">
                <a:solidFill>
                  <a:schemeClr val="accent1"/>
                </a:solidFill>
                <a:latin typeface="+mj-lt"/>
              </a:rPr>
              <a:t>porttitor</a:t>
            </a:r>
            <a:r>
              <a:rPr lang="en-US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en-US" dirty="0" err="1">
                <a:solidFill>
                  <a:schemeClr val="accent1"/>
                </a:solidFill>
                <a:latin typeface="+mj-lt"/>
              </a:rPr>
              <a:t>congue</a:t>
            </a:r>
            <a:endParaRPr 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0B36ED-438D-4ED5-A904-389E3F1FE1CA}"/>
              </a:ext>
            </a:extLst>
          </p:cNvPr>
          <p:cNvSpPr txBox="1"/>
          <p:nvPr/>
        </p:nvSpPr>
        <p:spPr>
          <a:xfrm>
            <a:off x="9823450" y="2791894"/>
            <a:ext cx="1091565" cy="63710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dirty="0">
                <a:solidFill>
                  <a:schemeClr val="accent1"/>
                </a:solidFill>
                <a:latin typeface="+mj-lt"/>
              </a:rPr>
              <a:t>Pulvinar </a:t>
            </a:r>
            <a:r>
              <a:rPr lang="en-US" dirty="0" err="1">
                <a:solidFill>
                  <a:schemeClr val="accent1"/>
                </a:solidFill>
                <a:latin typeface="+mj-lt"/>
              </a:rPr>
              <a:t>ultricies</a:t>
            </a:r>
            <a:r>
              <a:rPr lang="en-US" dirty="0">
                <a:solidFill>
                  <a:schemeClr val="accent1"/>
                </a:solidFill>
                <a:latin typeface="+mj-lt"/>
              </a:rPr>
              <a:t>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626272E-EFE2-43BF-9A71-5BCADC78C3D2}"/>
              </a:ext>
            </a:extLst>
          </p:cNvPr>
          <p:cNvSpPr txBox="1"/>
          <p:nvPr/>
        </p:nvSpPr>
        <p:spPr>
          <a:xfrm>
            <a:off x="9815584" y="4577946"/>
            <a:ext cx="1755775" cy="6711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it-IT" dirty="0">
                <a:solidFill>
                  <a:schemeClr val="accent1"/>
                </a:solidFill>
                <a:latin typeface="+mj-lt"/>
              </a:rPr>
              <a:t>Fusce posuere magna sed</a:t>
            </a:r>
            <a:endParaRPr lang="en-US" dirty="0">
              <a:solidFill>
                <a:schemeClr val="accent1"/>
              </a:solidFill>
              <a:latin typeface="+mj-lt"/>
            </a:endParaRP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DE6EAE40-4744-E7AB-4C9D-BE650663E1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81783" y="1870397"/>
            <a:ext cx="865715" cy="865715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A6C64B21-D170-905C-9F5E-42B6262B93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94659" y="3761205"/>
            <a:ext cx="865715" cy="865715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44183D88-F61F-5D30-0AB5-4D6DA926C6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96790" y="1915092"/>
            <a:ext cx="865717" cy="86571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C4D11FB-6B81-79D3-DC74-52536A7D3EA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49754" y="1915092"/>
            <a:ext cx="865715" cy="865715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2671DE01-8C8E-6EA5-DFFF-C082CC494EB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96790" y="3705956"/>
            <a:ext cx="865716" cy="865716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181DCA33-1126-9AA1-641E-CD360D41B4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49754" y="3705956"/>
            <a:ext cx="865715" cy="86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07600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82EDA9FF-CADA-2BCF-EE8B-1647BDCCB6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6726" y="833438"/>
            <a:ext cx="5219998" cy="554893"/>
          </a:xfrm>
        </p:spPr>
        <p:txBody>
          <a:bodyPr>
            <a:normAutofit lnSpcReduction="10000"/>
          </a:bodyPr>
          <a:lstStyle/>
          <a:p>
            <a:r>
              <a:rPr lang="en-AU" dirty="0"/>
              <a:t>Please avoid using duo tone icons on dark or teal backgrounds</a:t>
            </a:r>
            <a:endParaRPr lang="en-US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49912AB9-A826-4E2A-A4AD-CC043454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7" y="431800"/>
            <a:ext cx="5219998" cy="315544"/>
          </a:xfrm>
        </p:spPr>
        <p:txBody>
          <a:bodyPr/>
          <a:lstStyle/>
          <a:p>
            <a:r>
              <a:rPr lang="en-US" b="1" dirty="0"/>
              <a:t>Icons</a:t>
            </a:r>
            <a:endParaRPr lang="en-AU" b="1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731BBFB4-4350-CA2B-8579-3F329A7671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4719" y="4332919"/>
            <a:ext cx="856800" cy="8568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3C8996F1-26CB-228A-FA5A-B075B404C8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7473" y="1580871"/>
            <a:ext cx="856800" cy="8568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DA47FC4C-AAC7-FAAE-0280-0480C32D7B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76781" y="1580871"/>
            <a:ext cx="856800" cy="856800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385129F0-AAB7-7A0F-D772-F40B5A88B72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2818" y="1580871"/>
            <a:ext cx="856800" cy="8568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97E4752-755F-AE09-432A-A650F781FE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0065" y="2500436"/>
            <a:ext cx="856800" cy="8568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E66626A-6DA6-A456-553D-7371925EF76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7473" y="2500436"/>
            <a:ext cx="856800" cy="8568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D73FF773-4FDC-A5E8-9C9E-A7838833209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392127" y="2500436"/>
            <a:ext cx="856800" cy="8568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CA216BE-121A-BB7F-7D25-CD0D0C28BD4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92127" y="3476119"/>
            <a:ext cx="856800" cy="8568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D6788B8-88F5-C74E-10BC-C84552D1B6D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361436" y="1580871"/>
            <a:ext cx="856800" cy="8568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202753B5-81EB-6B43-9A23-46AD7E382E8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0065" y="3476119"/>
            <a:ext cx="856800" cy="8568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926FF43-86D9-2CFB-5467-09E042782A34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392127" y="4331881"/>
            <a:ext cx="856800" cy="85680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D7DC6AE-060A-0A44-A83A-ADB37C7367B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361435" y="2500436"/>
            <a:ext cx="856800" cy="8568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08D5D0AF-FADC-27DC-F224-46AF418A66D7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376781" y="4331881"/>
            <a:ext cx="856800" cy="8568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A134589E-D73E-02F0-8D30-65A5529EC494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392127" y="1580871"/>
            <a:ext cx="856800" cy="8568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595D88A1-A7EE-FCFF-49BC-7A83929FECA3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3376781" y="3476119"/>
            <a:ext cx="856800" cy="8568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BD5661CE-29CE-1A2C-3C9D-8C8A5CD392DF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407473" y="3476119"/>
            <a:ext cx="856800" cy="856800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9FFF6403-12E5-F5D7-6383-33AB044EE14E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420065" y="5513942"/>
            <a:ext cx="856800" cy="8568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A0F2227-BA44-D92B-C36A-502AD3BA54AB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420065" y="4332919"/>
            <a:ext cx="856800" cy="856800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42FBB41E-C746-D735-7C6B-A5558FA6FCB1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4361435" y="3476119"/>
            <a:ext cx="856800" cy="856800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52CEE196-EB36-B92C-20E6-B45C4477325A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3376781" y="2500436"/>
            <a:ext cx="856800" cy="856800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3567691E-6B5F-E9D9-58D4-CC8D0FE13709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4361435" y="5511866"/>
            <a:ext cx="856800" cy="856800"/>
          </a:xfrm>
          <a:prstGeom prst="rect">
            <a:avLst/>
          </a:prstGeom>
        </p:spPr>
      </p:pic>
      <p:pic>
        <p:nvPicPr>
          <p:cNvPr id="50" name="Graphic 49">
            <a:extLst>
              <a:ext uri="{FF2B5EF4-FFF2-40B4-BE49-F238E27FC236}">
                <a16:creationId xmlns:a16="http://schemas.microsoft.com/office/drawing/2014/main" id="{8999229A-439D-6A3F-D394-50544B10BC35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2390751" y="5509667"/>
            <a:ext cx="856800" cy="856800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56E2A2D8-511F-2F8E-6629-925273BC21CE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1405408" y="5513942"/>
            <a:ext cx="856800" cy="8568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75ABBF5C-4595-987B-DE29-5E4CEB0D7042}"/>
              </a:ext>
            </a:extLst>
          </p:cNvPr>
          <p:cNvPicPr>
            <a:picLocks noChangeAspect="1"/>
          </p:cNvPicPr>
          <p:nvPr/>
        </p:nvPicPr>
        <p:blipFill>
          <a:blip r:embed="rId4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3376094" y="5511866"/>
            <a:ext cx="856800" cy="856800"/>
          </a:xfrm>
          <a:prstGeom prst="rect">
            <a:avLst/>
          </a:prstGeom>
        </p:spPr>
      </p:pic>
      <p:sp>
        <p:nvSpPr>
          <p:cNvPr id="55" name="Content Placeholder 23">
            <a:extLst>
              <a:ext uri="{FF2B5EF4-FFF2-40B4-BE49-F238E27FC236}">
                <a16:creationId xmlns:a16="http://schemas.microsoft.com/office/drawing/2014/main" id="{7FF298F4-0F6D-6EED-2CC3-A15965447EA7}"/>
              </a:ext>
            </a:extLst>
          </p:cNvPr>
          <p:cNvSpPr txBox="1">
            <a:spLocks/>
          </p:cNvSpPr>
          <p:nvPr/>
        </p:nvSpPr>
        <p:spPr>
          <a:xfrm>
            <a:off x="466725" y="5232772"/>
            <a:ext cx="3216275" cy="335212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Shift value icons</a:t>
            </a:r>
          </a:p>
        </p:txBody>
      </p:sp>
      <p:pic>
        <p:nvPicPr>
          <p:cNvPr id="57" name="Graphic 56">
            <a:extLst>
              <a:ext uri="{FF2B5EF4-FFF2-40B4-BE49-F238E27FC236}">
                <a16:creationId xmlns:a16="http://schemas.microsoft.com/office/drawing/2014/main" id="{1DF57E18-C9D7-853C-9FBD-9753DBC4842A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4361435" y="4343620"/>
            <a:ext cx="856800" cy="856800"/>
          </a:xfrm>
          <a:prstGeom prst="rect">
            <a:avLst/>
          </a:prstGeom>
        </p:spPr>
      </p:pic>
      <p:sp>
        <p:nvSpPr>
          <p:cNvPr id="58" name="Text Placeholder 14">
            <a:extLst>
              <a:ext uri="{FF2B5EF4-FFF2-40B4-BE49-F238E27FC236}">
                <a16:creationId xmlns:a16="http://schemas.microsoft.com/office/drawing/2014/main" id="{BE3C0B6C-EA64-D778-A6CA-CF682BF4126C}"/>
              </a:ext>
            </a:extLst>
          </p:cNvPr>
          <p:cNvSpPr txBox="1">
            <a:spLocks/>
          </p:cNvSpPr>
          <p:nvPr/>
        </p:nvSpPr>
        <p:spPr>
          <a:xfrm>
            <a:off x="6466879" y="833438"/>
            <a:ext cx="4191000" cy="382587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Create white icons</a:t>
            </a:r>
          </a:p>
        </p:txBody>
      </p:sp>
      <p:pic>
        <p:nvPicPr>
          <p:cNvPr id="72" name="Picture 71" descr="A close-up of a screen&#10;&#10;Description automatically generated">
            <a:extLst>
              <a:ext uri="{FF2B5EF4-FFF2-40B4-BE49-F238E27FC236}">
                <a16:creationId xmlns:a16="http://schemas.microsoft.com/office/drawing/2014/main" id="{F8608F69-61B2-4DA7-70B3-43422264A941}"/>
              </a:ext>
            </a:extLst>
          </p:cNvPr>
          <p:cNvPicPr>
            <a:picLocks noChangeAspect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1900" y="1216025"/>
            <a:ext cx="2786134" cy="1028726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sp>
        <p:nvSpPr>
          <p:cNvPr id="74" name="Content Placeholder 23">
            <a:extLst>
              <a:ext uri="{FF2B5EF4-FFF2-40B4-BE49-F238E27FC236}">
                <a16:creationId xmlns:a16="http://schemas.microsoft.com/office/drawing/2014/main" id="{F940FD20-4949-BD6C-7F5F-DA488E355460}"/>
              </a:ext>
            </a:extLst>
          </p:cNvPr>
          <p:cNvSpPr txBox="1">
            <a:spLocks/>
          </p:cNvSpPr>
          <p:nvPr/>
        </p:nvSpPr>
        <p:spPr>
          <a:xfrm>
            <a:off x="6466879" y="1216025"/>
            <a:ext cx="2130386" cy="2312621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indent="-180000">
              <a:buFont typeface="+mj-lt"/>
              <a:buAutoNum type="arabicPeriod"/>
            </a:pPr>
            <a:r>
              <a:rPr lang="en-AU" dirty="0"/>
              <a:t>Right-click on the icon, click on ‘Format Graphic’.</a:t>
            </a:r>
          </a:p>
          <a:p>
            <a:pPr marL="180000" indent="-180000">
              <a:buFont typeface="+mj-lt"/>
              <a:buAutoNum type="arabicPeriod"/>
            </a:pPr>
            <a:endParaRPr lang="en-AU" dirty="0"/>
          </a:p>
          <a:p>
            <a:pPr marL="180000" indent="-180000">
              <a:buFont typeface="+mj-lt"/>
              <a:buAutoNum type="arabicPeriod"/>
            </a:pPr>
            <a:endParaRPr lang="en-AU" dirty="0"/>
          </a:p>
          <a:p>
            <a:pPr marL="180000" indent="-180000">
              <a:buFont typeface="+mj-lt"/>
              <a:buAutoNum type="arabicPeriod"/>
            </a:pPr>
            <a:r>
              <a:rPr lang="en-AU" dirty="0"/>
              <a:t>Line &gt; Solid line &gt; Colour &gt; White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46741F2-A77B-4381-06C4-2BAA6A9DD746}"/>
              </a:ext>
            </a:extLst>
          </p:cNvPr>
          <p:cNvGrpSpPr/>
          <p:nvPr/>
        </p:nvGrpSpPr>
        <p:grpSpPr>
          <a:xfrm>
            <a:off x="8651900" y="2395153"/>
            <a:ext cx="2786134" cy="4147361"/>
            <a:chOff x="8651900" y="2395153"/>
            <a:chExt cx="2786134" cy="4147361"/>
          </a:xfrm>
        </p:grpSpPr>
        <p:pic>
          <p:nvPicPr>
            <p:cNvPr id="70" name="Picture 69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5ED0EB0E-628E-2FE7-75CD-690FC955A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51900" y="2395153"/>
              <a:ext cx="2786134" cy="3973513"/>
            </a:xfrm>
            <a:prstGeom prst="rect">
              <a:avLst/>
            </a:prstGeom>
            <a:ln w="12700">
              <a:solidFill>
                <a:schemeClr val="bg1"/>
              </a:solidFill>
            </a:ln>
          </p:spPr>
        </p:pic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B5643BB6-1553-2870-5957-CF20CD9F000B}"/>
                </a:ext>
              </a:extLst>
            </p:cNvPr>
            <p:cNvSpPr/>
            <p:nvPr/>
          </p:nvSpPr>
          <p:spPr>
            <a:xfrm>
              <a:off x="9489708" y="6036662"/>
              <a:ext cx="505852" cy="505852"/>
            </a:xfrm>
            <a:prstGeom prst="ellipse">
              <a:avLst/>
            </a:prstGeom>
            <a:noFill/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562167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F9C5894-1D56-485A-89FF-EDB62F80C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2" cy="772143"/>
          </a:xfrm>
        </p:spPr>
        <p:txBody>
          <a:bodyPr lIns="0">
            <a:normAutofit fontScale="90000"/>
          </a:bodyPr>
          <a:lstStyle/>
          <a:p>
            <a:r>
              <a:rPr lang="en-AU" b="1" dirty="0"/>
              <a:t>Grey left – sample layout with images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DEB33E0-3F38-4CF9-BE7D-267F58E2EEEA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dirty="0"/>
              <a:t>Body text Arial size 14</a:t>
            </a:r>
          </a:p>
          <a:p>
            <a:r>
              <a:rPr lang="en-US" dirty="0"/>
              <a:t>Insert text by directly typing </a:t>
            </a:r>
            <a:br>
              <a:rPr lang="en-US" dirty="0"/>
            </a:br>
            <a:r>
              <a:rPr lang="en-US" dirty="0"/>
              <a:t>into the content placeholder</a:t>
            </a:r>
          </a:p>
          <a:p>
            <a:r>
              <a:rPr lang="en-US" dirty="0"/>
              <a:t>Alternatively, select one of the icons </a:t>
            </a:r>
            <a:br>
              <a:rPr lang="en-US" dirty="0"/>
            </a:br>
            <a:r>
              <a:rPr lang="en-US" dirty="0"/>
              <a:t>in the </a:t>
            </a:r>
            <a:r>
              <a:rPr lang="en-AU" dirty="0"/>
              <a:t>centre</a:t>
            </a:r>
            <a:r>
              <a:rPr lang="en-US" dirty="0"/>
              <a:t> of the content placeholder to insert desired content type</a:t>
            </a:r>
          </a:p>
          <a:p>
            <a:r>
              <a:rPr lang="en-US" dirty="0"/>
              <a:t>Bullet level one looks likes this</a:t>
            </a:r>
          </a:p>
          <a:p>
            <a:pPr lvl="1"/>
            <a:r>
              <a:rPr lang="en-US" dirty="0"/>
              <a:t>This is bullet level 2 (size 12)</a:t>
            </a:r>
          </a:p>
          <a:p>
            <a:pPr lvl="2"/>
            <a:r>
              <a:rPr lang="en-US" dirty="0"/>
              <a:t>This is bullet level 3 (size 11)</a:t>
            </a:r>
          </a:p>
          <a:p>
            <a:endParaRPr lang="en-AU" dirty="0"/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1AB5BBFE-D022-8023-9678-65566B1AAE51}"/>
              </a:ext>
            </a:extLst>
          </p:cNvPr>
          <p:cNvSpPr txBox="1">
            <a:spLocks/>
          </p:cNvSpPr>
          <p:nvPr/>
        </p:nvSpPr>
        <p:spPr>
          <a:xfrm>
            <a:off x="466726" y="1609725"/>
            <a:ext cx="3216272" cy="44894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1400"/>
              <a:t>Slide subtitle goes here </a:t>
            </a:r>
            <a:br>
              <a:rPr lang="en-US" sz="1400"/>
            </a:br>
            <a:r>
              <a:rPr lang="en-US" sz="1400"/>
              <a:t>Arial size 20</a:t>
            </a:r>
            <a:endParaRPr lang="en-US" sz="14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A80B59-3EAE-1A1D-A724-C41DC334B3BF}"/>
              </a:ext>
            </a:extLst>
          </p:cNvPr>
          <p:cNvGrpSpPr/>
          <p:nvPr/>
        </p:nvGrpSpPr>
        <p:grpSpPr>
          <a:xfrm>
            <a:off x="4993101" y="1405263"/>
            <a:ext cx="2982915" cy="4163846"/>
            <a:chOff x="5096554" y="1405264"/>
            <a:chExt cx="2982915" cy="416384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0146AC-7020-3DF0-2B2E-895120FB6547}"/>
                </a:ext>
              </a:extLst>
            </p:cNvPr>
            <p:cNvSpPr/>
            <p:nvPr/>
          </p:nvSpPr>
          <p:spPr>
            <a:xfrm>
              <a:off x="5096555" y="1405264"/>
              <a:ext cx="2982914" cy="4163846"/>
            </a:xfrm>
            <a:prstGeom prst="rect">
              <a:avLst/>
            </a:prstGeom>
            <a:solidFill>
              <a:srgbClr val="FFAF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sp>
          <p:nvSpPr>
            <p:cNvPr id="31" name="Content Placeholder 16">
              <a:extLst>
                <a:ext uri="{FF2B5EF4-FFF2-40B4-BE49-F238E27FC236}">
                  <a16:creationId xmlns:a16="http://schemas.microsoft.com/office/drawing/2014/main" id="{28EEEAC8-7DB8-E2AD-006E-139508F23EDE}"/>
                </a:ext>
              </a:extLst>
            </p:cNvPr>
            <p:cNvSpPr txBox="1">
              <a:spLocks/>
            </p:cNvSpPr>
            <p:nvPr/>
          </p:nvSpPr>
          <p:spPr>
            <a:xfrm>
              <a:off x="5096554" y="3303101"/>
              <a:ext cx="2982915" cy="368171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rm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AU" dirty="0"/>
                <a:t>Image placeholder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7E82C0-7A98-8D54-E2AB-F41C270F86EF}"/>
              </a:ext>
            </a:extLst>
          </p:cNvPr>
          <p:cNvGrpSpPr/>
          <p:nvPr/>
        </p:nvGrpSpPr>
        <p:grpSpPr>
          <a:xfrm>
            <a:off x="8365887" y="1405263"/>
            <a:ext cx="2982915" cy="4163846"/>
            <a:chOff x="5096554" y="1405264"/>
            <a:chExt cx="2982915" cy="416384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8F78B50-39EA-1550-E6A8-63B016CA94D3}"/>
                </a:ext>
              </a:extLst>
            </p:cNvPr>
            <p:cNvSpPr/>
            <p:nvPr/>
          </p:nvSpPr>
          <p:spPr>
            <a:xfrm>
              <a:off x="5096555" y="1405264"/>
              <a:ext cx="2982914" cy="4163846"/>
            </a:xfrm>
            <a:prstGeom prst="rect">
              <a:avLst/>
            </a:prstGeom>
            <a:solidFill>
              <a:srgbClr val="FFAF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1200"/>
                </a:spcAft>
              </a:pPr>
              <a:endParaRPr lang="en-US" sz="1400" dirty="0" err="1">
                <a:solidFill>
                  <a:schemeClr val="tx2"/>
                </a:solidFill>
              </a:endParaRPr>
            </a:p>
          </p:txBody>
        </p:sp>
        <p:sp>
          <p:nvSpPr>
            <p:cNvPr id="34" name="Content Placeholder 16">
              <a:extLst>
                <a:ext uri="{FF2B5EF4-FFF2-40B4-BE49-F238E27FC236}">
                  <a16:creationId xmlns:a16="http://schemas.microsoft.com/office/drawing/2014/main" id="{1C8FE83B-9048-1FBB-D234-0CD1FAC0F86A}"/>
                </a:ext>
              </a:extLst>
            </p:cNvPr>
            <p:cNvSpPr txBox="1">
              <a:spLocks/>
            </p:cNvSpPr>
            <p:nvPr/>
          </p:nvSpPr>
          <p:spPr>
            <a:xfrm>
              <a:off x="5096554" y="3303101"/>
              <a:ext cx="2982915" cy="368171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rm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AU" dirty="0"/>
                <a:t>Image placeholder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963752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7EAB340-2519-4A2D-9BFB-B265B6062EB1}"/>
              </a:ext>
            </a:extLst>
          </p:cNvPr>
          <p:cNvSpPr/>
          <p:nvPr/>
        </p:nvSpPr>
        <p:spPr>
          <a:xfrm>
            <a:off x="0" y="5535614"/>
            <a:ext cx="12192000" cy="13223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7C786A6-DBB5-4101-B748-4704700D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/>
              <a:t>Dark bottom - sample layout with chart and footer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833471F-138F-4814-BDA4-C402401999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/>
              <a:t>Insert chart title here</a:t>
            </a:r>
          </a:p>
        </p:txBody>
      </p:sp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1B590A6C-EB02-4085-B078-3109FF2278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07970206"/>
              </p:ext>
            </p:extLst>
          </p:nvPr>
        </p:nvGraphicFramePr>
        <p:xfrm>
          <a:off x="98425" y="1611313"/>
          <a:ext cx="10306050" cy="45270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15" name="Group 14">
            <a:extLst>
              <a:ext uri="{FF2B5EF4-FFF2-40B4-BE49-F238E27FC236}">
                <a16:creationId xmlns:a16="http://schemas.microsoft.com/office/drawing/2014/main" id="{765288F5-6CDA-437C-A8CA-B89D343D2B96}"/>
              </a:ext>
            </a:extLst>
          </p:cNvPr>
          <p:cNvGrpSpPr/>
          <p:nvPr/>
        </p:nvGrpSpPr>
        <p:grpSpPr>
          <a:xfrm>
            <a:off x="10071269" y="1622601"/>
            <a:ext cx="1666006" cy="816275"/>
            <a:chOff x="7058894" y="1266525"/>
            <a:chExt cx="1666006" cy="81627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138CC34-F7A1-4477-9E03-10F1D7EC9B29}"/>
                </a:ext>
              </a:extLst>
            </p:cNvPr>
            <p:cNvSpPr/>
            <p:nvPr/>
          </p:nvSpPr>
          <p:spPr>
            <a:xfrm>
              <a:off x="7058894" y="1266525"/>
              <a:ext cx="1666006" cy="81627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918B46-7A76-45EA-BD65-074F838FE431}"/>
                </a:ext>
              </a:extLst>
            </p:cNvPr>
            <p:cNvSpPr txBox="1"/>
            <p:nvPr/>
          </p:nvSpPr>
          <p:spPr>
            <a:xfrm>
              <a:off x="7369875" y="1464185"/>
              <a:ext cx="1023471" cy="44075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>
                <a:spcAft>
                  <a:spcPts val="1200"/>
                </a:spcAft>
              </a:pPr>
              <a:r>
                <a:rPr lang="en-US" sz="1400">
                  <a:solidFill>
                    <a:schemeClr val="bg1"/>
                  </a:solidFill>
                </a:rPr>
                <a:t>Insert call out text here</a:t>
              </a:r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9E299D-F087-4EA2-B0F9-0E96CAB53613}"/>
              </a:ext>
            </a:extLst>
          </p:cNvPr>
          <p:cNvCxnSpPr>
            <a:cxnSpLocks/>
          </p:cNvCxnSpPr>
          <p:nvPr/>
        </p:nvCxnSpPr>
        <p:spPr>
          <a:xfrm>
            <a:off x="9893602" y="2041755"/>
            <a:ext cx="234648" cy="0"/>
          </a:xfrm>
          <a:prstGeom prst="line">
            <a:avLst/>
          </a:prstGeom>
          <a:ln w="127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F1A897A-E942-495C-8256-DE5E9DB2C7B1}"/>
              </a:ext>
            </a:extLst>
          </p:cNvPr>
          <p:cNvSpPr txBox="1"/>
          <p:nvPr/>
        </p:nvSpPr>
        <p:spPr>
          <a:xfrm>
            <a:off x="9084797" y="2251239"/>
            <a:ext cx="718820" cy="21842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400" b="1">
                <a:solidFill>
                  <a:schemeClr val="accent1"/>
                </a:solidFill>
              </a:rPr>
              <a:t>Series 1</a:t>
            </a:r>
            <a:endParaRPr lang="en-US" sz="1600" b="1">
              <a:solidFill>
                <a:schemeClr val="accent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584741-230B-4DB4-B20D-8479D767AAB6}"/>
              </a:ext>
            </a:extLst>
          </p:cNvPr>
          <p:cNvSpPr txBox="1"/>
          <p:nvPr/>
        </p:nvSpPr>
        <p:spPr>
          <a:xfrm>
            <a:off x="9084797" y="3362566"/>
            <a:ext cx="718820" cy="21842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400" b="1">
                <a:solidFill>
                  <a:schemeClr val="accent2"/>
                </a:solidFill>
              </a:rPr>
              <a:t>Series 2</a:t>
            </a:r>
            <a:endParaRPr lang="en-US" sz="1600" b="1">
              <a:solidFill>
                <a:schemeClr val="accent2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4C83A4-3E9B-45E1-BC1E-57A5C9C2F53F}"/>
              </a:ext>
            </a:extLst>
          </p:cNvPr>
          <p:cNvSpPr txBox="1"/>
          <p:nvPr/>
        </p:nvSpPr>
        <p:spPr>
          <a:xfrm>
            <a:off x="9084797" y="1933452"/>
            <a:ext cx="718820" cy="21842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400" b="1">
                <a:solidFill>
                  <a:schemeClr val="accent5"/>
                </a:solidFill>
              </a:rPr>
              <a:t>Series 3</a:t>
            </a:r>
            <a:endParaRPr lang="en-US" sz="1600" b="1">
              <a:solidFill>
                <a:schemeClr val="accent5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B839ED8-8DA3-CEAE-4CF7-C82B5BF1538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A5417F1-AC72-CF66-8B87-219304ADF7E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bg1"/>
                  </a:solidFill>
                </a:rPr>
                <a:t>Insert footer source text here</a:t>
              </a:r>
            </a:p>
          </p:txBody>
        </p:sp>
        <p:sp>
          <p:nvSpPr>
            <p:cNvPr id="9" name="Text Placeholder 12">
              <a:extLst>
                <a:ext uri="{FF2B5EF4-FFF2-40B4-BE49-F238E27FC236}">
                  <a16:creationId xmlns:a16="http://schemas.microsoft.com/office/drawing/2014/main" id="{DA2DF32C-918F-6E6A-45FF-FA496020179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>
                  <a:solidFill>
                    <a:schemeClr val="bg1"/>
                  </a:solidFill>
                </a:rPr>
                <a:t>01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F9140B2-59D9-48EC-7697-B4067191C2D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6409147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ABB9206-6879-4990-91C6-E35BAC5FF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Grey bottom - sample layout with chart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AF2EF9-6689-46A6-9B84-A05D733BEA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Insert chart title here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A922855-E880-4409-9501-6F6E5AFEBD3B}"/>
              </a:ext>
            </a:extLst>
          </p:cNvPr>
          <p:cNvSpPr txBox="1"/>
          <p:nvPr/>
        </p:nvSpPr>
        <p:spPr>
          <a:xfrm>
            <a:off x="9084797" y="4131704"/>
            <a:ext cx="718820" cy="21842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400" b="1" dirty="0">
                <a:solidFill>
                  <a:schemeClr val="accent1"/>
                </a:solidFill>
              </a:rPr>
              <a:t>Series 1</a:t>
            </a:r>
            <a:endParaRPr lang="en-US" sz="1600" b="1" dirty="0">
              <a:solidFill>
                <a:schemeClr val="accent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4E5DC0-2C40-4A17-A6AF-EAC3D99D52D5}"/>
              </a:ext>
            </a:extLst>
          </p:cNvPr>
          <p:cNvSpPr txBox="1"/>
          <p:nvPr/>
        </p:nvSpPr>
        <p:spPr>
          <a:xfrm>
            <a:off x="9084797" y="3451717"/>
            <a:ext cx="718820" cy="21842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400" b="1" dirty="0">
                <a:solidFill>
                  <a:schemeClr val="accent2"/>
                </a:solidFill>
              </a:rPr>
              <a:t>Series 2</a:t>
            </a:r>
            <a:endParaRPr lang="en-US" sz="1600" b="1" dirty="0">
              <a:solidFill>
                <a:schemeClr val="accent2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599DD1-1F42-409D-97E3-C864441E68AE}"/>
              </a:ext>
            </a:extLst>
          </p:cNvPr>
          <p:cNvSpPr txBox="1"/>
          <p:nvPr/>
        </p:nvSpPr>
        <p:spPr>
          <a:xfrm>
            <a:off x="9084797" y="1933452"/>
            <a:ext cx="718820" cy="21842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400" b="1" dirty="0">
                <a:solidFill>
                  <a:schemeClr val="accent5"/>
                </a:solidFill>
              </a:rPr>
              <a:t>Series 3</a:t>
            </a:r>
            <a:endParaRPr lang="en-US" sz="1600" b="1" dirty="0">
              <a:solidFill>
                <a:schemeClr val="accent5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7367DC0-5AC0-492C-8D8D-5D0CAC4350C2}"/>
              </a:ext>
            </a:extLst>
          </p:cNvPr>
          <p:cNvGrpSpPr/>
          <p:nvPr/>
        </p:nvGrpSpPr>
        <p:grpSpPr>
          <a:xfrm>
            <a:off x="10175574" y="1692452"/>
            <a:ext cx="1372695" cy="620442"/>
            <a:chOff x="7352204" y="1266526"/>
            <a:chExt cx="1372695" cy="620442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CDF2D2-58E1-4DB5-AE5C-564C765B14C6}"/>
                </a:ext>
              </a:extLst>
            </p:cNvPr>
            <p:cNvSpPr/>
            <p:nvPr/>
          </p:nvSpPr>
          <p:spPr>
            <a:xfrm>
              <a:off x="7352204" y="1266526"/>
              <a:ext cx="1372695" cy="6204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D71B2D5-4F33-4C55-8697-CCD5E33E8283}"/>
                </a:ext>
              </a:extLst>
            </p:cNvPr>
            <p:cNvSpPr txBox="1"/>
            <p:nvPr/>
          </p:nvSpPr>
          <p:spPr>
            <a:xfrm>
              <a:off x="7524889" y="1343649"/>
              <a:ext cx="1023471" cy="44075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>
                <a:spcAft>
                  <a:spcPts val="1200"/>
                </a:spcAft>
              </a:pPr>
              <a:r>
                <a:rPr lang="en-US" sz="1400" dirty="0">
                  <a:solidFill>
                    <a:schemeClr val="bg1"/>
                  </a:solidFill>
                </a:rPr>
                <a:t>Insert call out text here</a:t>
              </a:r>
            </a:p>
          </p:txBody>
        </p:sp>
      </p:grp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4C4BAF0-123F-4B1F-AB8F-1E9DFB398352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9895719" y="2002673"/>
            <a:ext cx="279855" cy="0"/>
          </a:xfrm>
          <a:prstGeom prst="line">
            <a:avLst/>
          </a:prstGeom>
          <a:ln w="9525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reeform 11">
            <a:extLst>
              <a:ext uri="{FF2B5EF4-FFF2-40B4-BE49-F238E27FC236}">
                <a16:creationId xmlns:a16="http://schemas.microsoft.com/office/drawing/2014/main" id="{F2AAA9A9-9C11-4ACF-8D69-C253F572ADD6}"/>
              </a:ext>
            </a:extLst>
          </p:cNvPr>
          <p:cNvSpPr/>
          <p:nvPr/>
        </p:nvSpPr>
        <p:spPr>
          <a:xfrm>
            <a:off x="1682942" y="3466001"/>
            <a:ext cx="7174523" cy="1331406"/>
          </a:xfrm>
          <a:custGeom>
            <a:avLst/>
            <a:gdLst>
              <a:gd name="connsiteX0" fmla="*/ 0 w 7174523"/>
              <a:gd name="connsiteY0" fmla="*/ 788795 h 1331406"/>
              <a:gd name="connsiteX1" fmla="*/ 140677 w 7174523"/>
              <a:gd name="connsiteY1" fmla="*/ 718457 h 1331406"/>
              <a:gd name="connsiteX2" fmla="*/ 190919 w 7174523"/>
              <a:gd name="connsiteY2" fmla="*/ 602901 h 1331406"/>
              <a:gd name="connsiteX3" fmla="*/ 256233 w 7174523"/>
              <a:gd name="connsiteY3" fmla="*/ 673239 h 1331406"/>
              <a:gd name="connsiteX4" fmla="*/ 326571 w 7174523"/>
              <a:gd name="connsiteY4" fmla="*/ 507441 h 1331406"/>
              <a:gd name="connsiteX5" fmla="*/ 396910 w 7174523"/>
              <a:gd name="connsiteY5" fmla="*/ 507441 h 1331406"/>
              <a:gd name="connsiteX6" fmla="*/ 547635 w 7174523"/>
              <a:gd name="connsiteY6" fmla="*/ 557683 h 1331406"/>
              <a:gd name="connsiteX7" fmla="*/ 617974 w 7174523"/>
              <a:gd name="connsiteY7" fmla="*/ 371789 h 1331406"/>
              <a:gd name="connsiteX8" fmla="*/ 668215 w 7174523"/>
              <a:gd name="connsiteY8" fmla="*/ 291402 h 1331406"/>
              <a:gd name="connsiteX9" fmla="*/ 748602 w 7174523"/>
              <a:gd name="connsiteY9" fmla="*/ 291402 h 1331406"/>
              <a:gd name="connsiteX10" fmla="*/ 828989 w 7174523"/>
              <a:gd name="connsiteY10" fmla="*/ 336619 h 1331406"/>
              <a:gd name="connsiteX11" fmla="*/ 899327 w 7174523"/>
              <a:gd name="connsiteY11" fmla="*/ 447151 h 1331406"/>
              <a:gd name="connsiteX12" fmla="*/ 969666 w 7174523"/>
              <a:gd name="connsiteY12" fmla="*/ 477296 h 1331406"/>
              <a:gd name="connsiteX13" fmla="*/ 1050053 w 7174523"/>
              <a:gd name="connsiteY13" fmla="*/ 602901 h 1331406"/>
              <a:gd name="connsiteX14" fmla="*/ 1120391 w 7174523"/>
              <a:gd name="connsiteY14" fmla="*/ 602901 h 1331406"/>
              <a:gd name="connsiteX15" fmla="*/ 1256044 w 7174523"/>
              <a:gd name="connsiteY15" fmla="*/ 507441 h 1331406"/>
              <a:gd name="connsiteX16" fmla="*/ 1321358 w 7174523"/>
              <a:gd name="connsiteY16" fmla="*/ 592852 h 1331406"/>
              <a:gd name="connsiteX17" fmla="*/ 1401745 w 7174523"/>
              <a:gd name="connsiteY17" fmla="*/ 582804 h 1331406"/>
              <a:gd name="connsiteX18" fmla="*/ 1457011 w 7174523"/>
              <a:gd name="connsiteY18" fmla="*/ 698360 h 1331406"/>
              <a:gd name="connsiteX19" fmla="*/ 1592664 w 7174523"/>
              <a:gd name="connsiteY19" fmla="*/ 532562 h 1331406"/>
              <a:gd name="connsiteX20" fmla="*/ 1663002 w 7174523"/>
              <a:gd name="connsiteY20" fmla="*/ 517490 h 1331406"/>
              <a:gd name="connsiteX21" fmla="*/ 1728316 w 7174523"/>
              <a:gd name="connsiteY21" fmla="*/ 411982 h 1331406"/>
              <a:gd name="connsiteX22" fmla="*/ 1803679 w 7174523"/>
              <a:gd name="connsiteY22" fmla="*/ 125604 h 1331406"/>
              <a:gd name="connsiteX23" fmla="*/ 1879042 w 7174523"/>
              <a:gd name="connsiteY23" fmla="*/ 115556 h 1331406"/>
              <a:gd name="connsiteX24" fmla="*/ 1924259 w 7174523"/>
              <a:gd name="connsiteY24" fmla="*/ 0 h 1331406"/>
              <a:gd name="connsiteX25" fmla="*/ 2009670 w 7174523"/>
              <a:gd name="connsiteY25" fmla="*/ 663191 h 1331406"/>
              <a:gd name="connsiteX26" fmla="*/ 2080009 w 7174523"/>
              <a:gd name="connsiteY26" fmla="*/ 336619 h 1331406"/>
              <a:gd name="connsiteX27" fmla="*/ 2145323 w 7174523"/>
              <a:gd name="connsiteY27" fmla="*/ 251208 h 1331406"/>
              <a:gd name="connsiteX28" fmla="*/ 2230734 w 7174523"/>
              <a:gd name="connsiteY28" fmla="*/ 276329 h 1331406"/>
              <a:gd name="connsiteX29" fmla="*/ 2286000 w 7174523"/>
              <a:gd name="connsiteY29" fmla="*/ 180870 h 1331406"/>
              <a:gd name="connsiteX30" fmla="*/ 2361363 w 7174523"/>
              <a:gd name="connsiteY30" fmla="*/ 487345 h 1331406"/>
              <a:gd name="connsiteX31" fmla="*/ 2421653 w 7174523"/>
              <a:gd name="connsiteY31" fmla="*/ 557683 h 1331406"/>
              <a:gd name="connsiteX32" fmla="*/ 2502040 w 7174523"/>
              <a:gd name="connsiteY32" fmla="*/ 512466 h 1331406"/>
              <a:gd name="connsiteX33" fmla="*/ 2587451 w 7174523"/>
              <a:gd name="connsiteY33" fmla="*/ 592852 h 1331406"/>
              <a:gd name="connsiteX34" fmla="*/ 2642716 w 7174523"/>
              <a:gd name="connsiteY34" fmla="*/ 602901 h 1331406"/>
              <a:gd name="connsiteX35" fmla="*/ 2768321 w 7174523"/>
              <a:gd name="connsiteY35" fmla="*/ 567731 h 1331406"/>
              <a:gd name="connsiteX36" fmla="*/ 2848708 w 7174523"/>
              <a:gd name="connsiteY36" fmla="*/ 607925 h 1331406"/>
              <a:gd name="connsiteX37" fmla="*/ 2929094 w 7174523"/>
              <a:gd name="connsiteY37" fmla="*/ 512466 h 1331406"/>
              <a:gd name="connsiteX38" fmla="*/ 2994409 w 7174523"/>
              <a:gd name="connsiteY38" fmla="*/ 512466 h 1331406"/>
              <a:gd name="connsiteX39" fmla="*/ 3069771 w 7174523"/>
              <a:gd name="connsiteY39" fmla="*/ 361740 h 1331406"/>
              <a:gd name="connsiteX40" fmla="*/ 3140110 w 7174523"/>
              <a:gd name="connsiteY40" fmla="*/ 582804 h 1331406"/>
              <a:gd name="connsiteX41" fmla="*/ 3200400 w 7174523"/>
              <a:gd name="connsiteY41" fmla="*/ 567731 h 1331406"/>
              <a:gd name="connsiteX42" fmla="*/ 3300883 w 7174523"/>
              <a:gd name="connsiteY42" fmla="*/ 612949 h 1331406"/>
              <a:gd name="connsiteX43" fmla="*/ 3426488 w 7174523"/>
              <a:gd name="connsiteY43" fmla="*/ 622997 h 1331406"/>
              <a:gd name="connsiteX44" fmla="*/ 3476730 w 7174523"/>
              <a:gd name="connsiteY44" fmla="*/ 708408 h 1331406"/>
              <a:gd name="connsiteX45" fmla="*/ 3582237 w 7174523"/>
              <a:gd name="connsiteY45" fmla="*/ 728505 h 1331406"/>
              <a:gd name="connsiteX46" fmla="*/ 3612382 w 7174523"/>
              <a:gd name="connsiteY46" fmla="*/ 859134 h 1331406"/>
              <a:gd name="connsiteX47" fmla="*/ 3687745 w 7174523"/>
              <a:gd name="connsiteY47" fmla="*/ 839037 h 1331406"/>
              <a:gd name="connsiteX48" fmla="*/ 3758083 w 7174523"/>
              <a:gd name="connsiteY48" fmla="*/ 698360 h 1331406"/>
              <a:gd name="connsiteX49" fmla="*/ 3838470 w 7174523"/>
              <a:gd name="connsiteY49" fmla="*/ 683288 h 1331406"/>
              <a:gd name="connsiteX50" fmla="*/ 3908809 w 7174523"/>
              <a:gd name="connsiteY50" fmla="*/ 432079 h 1331406"/>
              <a:gd name="connsiteX51" fmla="*/ 3979147 w 7174523"/>
              <a:gd name="connsiteY51" fmla="*/ 457200 h 1331406"/>
              <a:gd name="connsiteX52" fmla="*/ 4049486 w 7174523"/>
              <a:gd name="connsiteY52" fmla="*/ 552659 h 1331406"/>
              <a:gd name="connsiteX53" fmla="*/ 4109776 w 7174523"/>
              <a:gd name="connsiteY53" fmla="*/ 497393 h 1331406"/>
              <a:gd name="connsiteX54" fmla="*/ 4180114 w 7174523"/>
              <a:gd name="connsiteY54" fmla="*/ 311499 h 1331406"/>
              <a:gd name="connsiteX55" fmla="*/ 4245429 w 7174523"/>
              <a:gd name="connsiteY55" fmla="*/ 371789 h 1331406"/>
              <a:gd name="connsiteX56" fmla="*/ 4330840 w 7174523"/>
              <a:gd name="connsiteY56" fmla="*/ 266281 h 1331406"/>
              <a:gd name="connsiteX57" fmla="*/ 4391130 w 7174523"/>
              <a:gd name="connsiteY57" fmla="*/ 246184 h 1331406"/>
              <a:gd name="connsiteX58" fmla="*/ 4466492 w 7174523"/>
              <a:gd name="connsiteY58" fmla="*/ 422030 h 1331406"/>
              <a:gd name="connsiteX59" fmla="*/ 4526782 w 7174523"/>
              <a:gd name="connsiteY59" fmla="*/ 241160 h 1331406"/>
              <a:gd name="connsiteX60" fmla="*/ 4607169 w 7174523"/>
              <a:gd name="connsiteY60" fmla="*/ 271305 h 1331406"/>
              <a:gd name="connsiteX61" fmla="*/ 4747846 w 7174523"/>
              <a:gd name="connsiteY61" fmla="*/ 582804 h 1331406"/>
              <a:gd name="connsiteX62" fmla="*/ 4833257 w 7174523"/>
              <a:gd name="connsiteY62" fmla="*/ 628022 h 1331406"/>
              <a:gd name="connsiteX63" fmla="*/ 5009103 w 7174523"/>
              <a:gd name="connsiteY63" fmla="*/ 924448 h 1331406"/>
              <a:gd name="connsiteX64" fmla="*/ 5104563 w 7174523"/>
              <a:gd name="connsiteY64" fmla="*/ 879230 h 1331406"/>
              <a:gd name="connsiteX65" fmla="*/ 5159829 w 7174523"/>
              <a:gd name="connsiteY65" fmla="*/ 974690 h 1331406"/>
              <a:gd name="connsiteX66" fmla="*/ 5310554 w 7174523"/>
              <a:gd name="connsiteY66" fmla="*/ 899327 h 1331406"/>
              <a:gd name="connsiteX67" fmla="*/ 5355771 w 7174523"/>
              <a:gd name="connsiteY67" fmla="*/ 939521 h 1331406"/>
              <a:gd name="connsiteX68" fmla="*/ 5441182 w 7174523"/>
              <a:gd name="connsiteY68" fmla="*/ 859134 h 1331406"/>
              <a:gd name="connsiteX69" fmla="*/ 5516545 w 7174523"/>
              <a:gd name="connsiteY69" fmla="*/ 864158 h 1331406"/>
              <a:gd name="connsiteX70" fmla="*/ 5576835 w 7174523"/>
              <a:gd name="connsiteY70" fmla="*/ 763674 h 1331406"/>
              <a:gd name="connsiteX71" fmla="*/ 5657222 w 7174523"/>
              <a:gd name="connsiteY71" fmla="*/ 859134 h 1331406"/>
              <a:gd name="connsiteX72" fmla="*/ 5717512 w 7174523"/>
              <a:gd name="connsiteY72" fmla="*/ 904351 h 1331406"/>
              <a:gd name="connsiteX73" fmla="*/ 5787851 w 7174523"/>
              <a:gd name="connsiteY73" fmla="*/ 904351 h 1331406"/>
              <a:gd name="connsiteX74" fmla="*/ 5858189 w 7174523"/>
              <a:gd name="connsiteY74" fmla="*/ 813916 h 1331406"/>
              <a:gd name="connsiteX75" fmla="*/ 5928527 w 7174523"/>
              <a:gd name="connsiteY75" fmla="*/ 763674 h 1331406"/>
              <a:gd name="connsiteX76" fmla="*/ 5998866 w 7174523"/>
              <a:gd name="connsiteY76" fmla="*/ 572756 h 1331406"/>
              <a:gd name="connsiteX77" fmla="*/ 6074229 w 7174523"/>
              <a:gd name="connsiteY77" fmla="*/ 723481 h 1331406"/>
              <a:gd name="connsiteX78" fmla="*/ 6159640 w 7174523"/>
              <a:gd name="connsiteY78" fmla="*/ 758650 h 1331406"/>
              <a:gd name="connsiteX79" fmla="*/ 6280220 w 7174523"/>
              <a:gd name="connsiteY79" fmla="*/ 1034980 h 1331406"/>
              <a:gd name="connsiteX80" fmla="*/ 6355582 w 7174523"/>
              <a:gd name="connsiteY80" fmla="*/ 919424 h 1331406"/>
              <a:gd name="connsiteX81" fmla="*/ 6425921 w 7174523"/>
              <a:gd name="connsiteY81" fmla="*/ 904351 h 1331406"/>
              <a:gd name="connsiteX82" fmla="*/ 6491235 w 7174523"/>
              <a:gd name="connsiteY82" fmla="*/ 793819 h 1331406"/>
              <a:gd name="connsiteX83" fmla="*/ 6581670 w 7174523"/>
              <a:gd name="connsiteY83" fmla="*/ 839037 h 1331406"/>
              <a:gd name="connsiteX84" fmla="*/ 6626888 w 7174523"/>
              <a:gd name="connsiteY84" fmla="*/ 768699 h 1331406"/>
              <a:gd name="connsiteX85" fmla="*/ 6762541 w 7174523"/>
              <a:gd name="connsiteY85" fmla="*/ 1185705 h 1331406"/>
              <a:gd name="connsiteX86" fmla="*/ 6847952 w 7174523"/>
              <a:gd name="connsiteY86" fmla="*/ 1070149 h 1331406"/>
              <a:gd name="connsiteX87" fmla="*/ 6938387 w 7174523"/>
              <a:gd name="connsiteY87" fmla="*/ 1085222 h 1331406"/>
              <a:gd name="connsiteX88" fmla="*/ 7018774 w 7174523"/>
              <a:gd name="connsiteY88" fmla="*/ 1180681 h 1331406"/>
              <a:gd name="connsiteX89" fmla="*/ 7048919 w 7174523"/>
              <a:gd name="connsiteY89" fmla="*/ 1281164 h 1331406"/>
              <a:gd name="connsiteX90" fmla="*/ 7124281 w 7174523"/>
              <a:gd name="connsiteY90" fmla="*/ 1286189 h 1331406"/>
              <a:gd name="connsiteX91" fmla="*/ 7174523 w 7174523"/>
              <a:gd name="connsiteY91" fmla="*/ 1331406 h 1331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</a:cxnLst>
            <a:rect l="l" t="t" r="r" b="b"/>
            <a:pathLst>
              <a:path w="7174523" h="1331406">
                <a:moveTo>
                  <a:pt x="0" y="788795"/>
                </a:moveTo>
                <a:lnTo>
                  <a:pt x="140677" y="718457"/>
                </a:lnTo>
                <a:lnTo>
                  <a:pt x="190919" y="602901"/>
                </a:lnTo>
                <a:lnTo>
                  <a:pt x="256233" y="673239"/>
                </a:lnTo>
                <a:lnTo>
                  <a:pt x="326571" y="507441"/>
                </a:lnTo>
                <a:lnTo>
                  <a:pt x="396910" y="507441"/>
                </a:lnTo>
                <a:lnTo>
                  <a:pt x="547635" y="557683"/>
                </a:lnTo>
                <a:lnTo>
                  <a:pt x="617974" y="371789"/>
                </a:lnTo>
                <a:lnTo>
                  <a:pt x="668215" y="291402"/>
                </a:lnTo>
                <a:lnTo>
                  <a:pt x="748602" y="291402"/>
                </a:lnTo>
                <a:lnTo>
                  <a:pt x="828989" y="336619"/>
                </a:lnTo>
                <a:lnTo>
                  <a:pt x="899327" y="447151"/>
                </a:lnTo>
                <a:lnTo>
                  <a:pt x="969666" y="477296"/>
                </a:lnTo>
                <a:lnTo>
                  <a:pt x="1050053" y="602901"/>
                </a:lnTo>
                <a:lnTo>
                  <a:pt x="1120391" y="602901"/>
                </a:lnTo>
                <a:lnTo>
                  <a:pt x="1256044" y="507441"/>
                </a:lnTo>
                <a:lnTo>
                  <a:pt x="1321358" y="592852"/>
                </a:lnTo>
                <a:lnTo>
                  <a:pt x="1401745" y="582804"/>
                </a:lnTo>
                <a:lnTo>
                  <a:pt x="1457011" y="698360"/>
                </a:lnTo>
                <a:lnTo>
                  <a:pt x="1592664" y="532562"/>
                </a:lnTo>
                <a:lnTo>
                  <a:pt x="1663002" y="517490"/>
                </a:lnTo>
                <a:lnTo>
                  <a:pt x="1728316" y="411982"/>
                </a:lnTo>
                <a:lnTo>
                  <a:pt x="1803679" y="125604"/>
                </a:lnTo>
                <a:lnTo>
                  <a:pt x="1879042" y="115556"/>
                </a:lnTo>
                <a:lnTo>
                  <a:pt x="1924259" y="0"/>
                </a:lnTo>
                <a:lnTo>
                  <a:pt x="2009670" y="663191"/>
                </a:lnTo>
                <a:lnTo>
                  <a:pt x="2080009" y="336619"/>
                </a:lnTo>
                <a:lnTo>
                  <a:pt x="2145323" y="251208"/>
                </a:lnTo>
                <a:lnTo>
                  <a:pt x="2230734" y="276329"/>
                </a:lnTo>
                <a:lnTo>
                  <a:pt x="2286000" y="180870"/>
                </a:lnTo>
                <a:lnTo>
                  <a:pt x="2361363" y="487345"/>
                </a:lnTo>
                <a:lnTo>
                  <a:pt x="2421653" y="557683"/>
                </a:lnTo>
                <a:lnTo>
                  <a:pt x="2502040" y="512466"/>
                </a:lnTo>
                <a:lnTo>
                  <a:pt x="2587451" y="592852"/>
                </a:lnTo>
                <a:lnTo>
                  <a:pt x="2642716" y="602901"/>
                </a:lnTo>
                <a:lnTo>
                  <a:pt x="2768321" y="567731"/>
                </a:lnTo>
                <a:lnTo>
                  <a:pt x="2848708" y="607925"/>
                </a:lnTo>
                <a:lnTo>
                  <a:pt x="2929094" y="512466"/>
                </a:lnTo>
                <a:lnTo>
                  <a:pt x="2994409" y="512466"/>
                </a:lnTo>
                <a:lnTo>
                  <a:pt x="3069771" y="361740"/>
                </a:lnTo>
                <a:lnTo>
                  <a:pt x="3140110" y="582804"/>
                </a:lnTo>
                <a:lnTo>
                  <a:pt x="3200400" y="567731"/>
                </a:lnTo>
                <a:lnTo>
                  <a:pt x="3300883" y="612949"/>
                </a:lnTo>
                <a:lnTo>
                  <a:pt x="3426488" y="622997"/>
                </a:lnTo>
                <a:lnTo>
                  <a:pt x="3476730" y="708408"/>
                </a:lnTo>
                <a:lnTo>
                  <a:pt x="3582237" y="728505"/>
                </a:lnTo>
                <a:lnTo>
                  <a:pt x="3612382" y="859134"/>
                </a:lnTo>
                <a:lnTo>
                  <a:pt x="3687745" y="839037"/>
                </a:lnTo>
                <a:lnTo>
                  <a:pt x="3758083" y="698360"/>
                </a:lnTo>
                <a:lnTo>
                  <a:pt x="3838470" y="683288"/>
                </a:lnTo>
                <a:lnTo>
                  <a:pt x="3908809" y="432079"/>
                </a:lnTo>
                <a:lnTo>
                  <a:pt x="3979147" y="457200"/>
                </a:lnTo>
                <a:lnTo>
                  <a:pt x="4049486" y="552659"/>
                </a:lnTo>
                <a:lnTo>
                  <a:pt x="4109776" y="497393"/>
                </a:lnTo>
                <a:lnTo>
                  <a:pt x="4180114" y="311499"/>
                </a:lnTo>
                <a:lnTo>
                  <a:pt x="4245429" y="371789"/>
                </a:lnTo>
                <a:lnTo>
                  <a:pt x="4330840" y="266281"/>
                </a:lnTo>
                <a:lnTo>
                  <a:pt x="4391130" y="246184"/>
                </a:lnTo>
                <a:lnTo>
                  <a:pt x="4466492" y="422030"/>
                </a:lnTo>
                <a:lnTo>
                  <a:pt x="4526782" y="241160"/>
                </a:lnTo>
                <a:lnTo>
                  <a:pt x="4607169" y="271305"/>
                </a:lnTo>
                <a:lnTo>
                  <a:pt x="4747846" y="582804"/>
                </a:lnTo>
                <a:lnTo>
                  <a:pt x="4833257" y="628022"/>
                </a:lnTo>
                <a:lnTo>
                  <a:pt x="5009103" y="924448"/>
                </a:lnTo>
                <a:lnTo>
                  <a:pt x="5104563" y="879230"/>
                </a:lnTo>
                <a:lnTo>
                  <a:pt x="5159829" y="974690"/>
                </a:lnTo>
                <a:lnTo>
                  <a:pt x="5310554" y="899327"/>
                </a:lnTo>
                <a:lnTo>
                  <a:pt x="5355771" y="939521"/>
                </a:lnTo>
                <a:lnTo>
                  <a:pt x="5441182" y="859134"/>
                </a:lnTo>
                <a:lnTo>
                  <a:pt x="5516545" y="864158"/>
                </a:lnTo>
                <a:lnTo>
                  <a:pt x="5576835" y="763674"/>
                </a:lnTo>
                <a:lnTo>
                  <a:pt x="5657222" y="859134"/>
                </a:lnTo>
                <a:lnTo>
                  <a:pt x="5717512" y="904351"/>
                </a:lnTo>
                <a:lnTo>
                  <a:pt x="5787851" y="904351"/>
                </a:lnTo>
                <a:lnTo>
                  <a:pt x="5858189" y="813916"/>
                </a:lnTo>
                <a:lnTo>
                  <a:pt x="5928527" y="763674"/>
                </a:lnTo>
                <a:lnTo>
                  <a:pt x="5998866" y="572756"/>
                </a:lnTo>
                <a:lnTo>
                  <a:pt x="6074229" y="723481"/>
                </a:lnTo>
                <a:lnTo>
                  <a:pt x="6159640" y="758650"/>
                </a:lnTo>
                <a:lnTo>
                  <a:pt x="6280220" y="1034980"/>
                </a:lnTo>
                <a:lnTo>
                  <a:pt x="6355582" y="919424"/>
                </a:lnTo>
                <a:lnTo>
                  <a:pt x="6425921" y="904351"/>
                </a:lnTo>
                <a:lnTo>
                  <a:pt x="6491235" y="793819"/>
                </a:lnTo>
                <a:lnTo>
                  <a:pt x="6581670" y="839037"/>
                </a:lnTo>
                <a:lnTo>
                  <a:pt x="6626888" y="768699"/>
                </a:lnTo>
                <a:lnTo>
                  <a:pt x="6762541" y="1185705"/>
                </a:lnTo>
                <a:lnTo>
                  <a:pt x="6847952" y="1070149"/>
                </a:lnTo>
                <a:lnTo>
                  <a:pt x="6938387" y="1085222"/>
                </a:lnTo>
                <a:lnTo>
                  <a:pt x="7018774" y="1180681"/>
                </a:lnTo>
                <a:lnTo>
                  <a:pt x="7048919" y="1281164"/>
                </a:lnTo>
                <a:lnTo>
                  <a:pt x="7124281" y="1286189"/>
                </a:lnTo>
                <a:lnTo>
                  <a:pt x="7174523" y="1331406"/>
                </a:lnTo>
              </a:path>
            </a:pathLst>
          </a:custGeom>
          <a:noFill/>
          <a:ln w="28575" cap="rnd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33" name="Freeform 12">
            <a:extLst>
              <a:ext uri="{FF2B5EF4-FFF2-40B4-BE49-F238E27FC236}">
                <a16:creationId xmlns:a16="http://schemas.microsoft.com/office/drawing/2014/main" id="{8835E6F5-5D32-46CE-88AC-936A1D09E0E9}"/>
              </a:ext>
            </a:extLst>
          </p:cNvPr>
          <p:cNvSpPr/>
          <p:nvPr/>
        </p:nvSpPr>
        <p:spPr>
          <a:xfrm>
            <a:off x="1657821" y="3455952"/>
            <a:ext cx="7214717" cy="1190730"/>
          </a:xfrm>
          <a:custGeom>
            <a:avLst/>
            <a:gdLst>
              <a:gd name="connsiteX0" fmla="*/ 0 w 7214717"/>
              <a:gd name="connsiteY0" fmla="*/ 778748 h 1190730"/>
              <a:gd name="connsiteX1" fmla="*/ 75363 w 7214717"/>
              <a:gd name="connsiteY1" fmla="*/ 617974 h 1190730"/>
              <a:gd name="connsiteX2" fmla="*/ 140677 w 7214717"/>
              <a:gd name="connsiteY2" fmla="*/ 638071 h 1190730"/>
              <a:gd name="connsiteX3" fmla="*/ 211015 w 7214717"/>
              <a:gd name="connsiteY3" fmla="*/ 512466 h 1190730"/>
              <a:gd name="connsiteX4" fmla="*/ 271306 w 7214717"/>
              <a:gd name="connsiteY4" fmla="*/ 592853 h 1190730"/>
              <a:gd name="connsiteX5" fmla="*/ 351692 w 7214717"/>
              <a:gd name="connsiteY5" fmla="*/ 507442 h 1190730"/>
              <a:gd name="connsiteX6" fmla="*/ 437103 w 7214717"/>
              <a:gd name="connsiteY6" fmla="*/ 607926 h 1190730"/>
              <a:gd name="connsiteX7" fmla="*/ 487345 w 7214717"/>
              <a:gd name="connsiteY7" fmla="*/ 602901 h 1190730"/>
              <a:gd name="connsiteX8" fmla="*/ 577780 w 7214717"/>
              <a:gd name="connsiteY8" fmla="*/ 653143 h 1190730"/>
              <a:gd name="connsiteX9" fmla="*/ 643095 w 7214717"/>
              <a:gd name="connsiteY9" fmla="*/ 552660 h 1190730"/>
              <a:gd name="connsiteX10" fmla="*/ 708409 w 7214717"/>
              <a:gd name="connsiteY10" fmla="*/ 602901 h 1190730"/>
              <a:gd name="connsiteX11" fmla="*/ 768699 w 7214717"/>
              <a:gd name="connsiteY11" fmla="*/ 467249 h 1190730"/>
              <a:gd name="connsiteX12" fmla="*/ 844062 w 7214717"/>
              <a:gd name="connsiteY12" fmla="*/ 708409 h 1190730"/>
              <a:gd name="connsiteX13" fmla="*/ 949569 w 7214717"/>
              <a:gd name="connsiteY13" fmla="*/ 683288 h 1190730"/>
              <a:gd name="connsiteX14" fmla="*/ 1045029 w 7214717"/>
              <a:gd name="connsiteY14" fmla="*/ 522515 h 1190730"/>
              <a:gd name="connsiteX15" fmla="*/ 1110343 w 7214717"/>
              <a:gd name="connsiteY15" fmla="*/ 502418 h 1190730"/>
              <a:gd name="connsiteX16" fmla="*/ 1235947 w 7214717"/>
              <a:gd name="connsiteY16" fmla="*/ 562708 h 1190730"/>
              <a:gd name="connsiteX17" fmla="*/ 1336431 w 7214717"/>
              <a:gd name="connsiteY17" fmla="*/ 743578 h 1190730"/>
              <a:gd name="connsiteX18" fmla="*/ 1406769 w 7214717"/>
              <a:gd name="connsiteY18" fmla="*/ 869183 h 1190730"/>
              <a:gd name="connsiteX19" fmla="*/ 1532374 w 7214717"/>
              <a:gd name="connsiteY19" fmla="*/ 1034980 h 1190730"/>
              <a:gd name="connsiteX20" fmla="*/ 1693147 w 7214717"/>
              <a:gd name="connsiteY20" fmla="*/ 688312 h 1190730"/>
              <a:gd name="connsiteX21" fmla="*/ 1753437 w 7214717"/>
              <a:gd name="connsiteY21" fmla="*/ 748602 h 1190730"/>
              <a:gd name="connsiteX22" fmla="*/ 1818752 w 7214717"/>
              <a:gd name="connsiteY22" fmla="*/ 673240 h 1190730"/>
              <a:gd name="connsiteX23" fmla="*/ 1949380 w 7214717"/>
              <a:gd name="connsiteY23" fmla="*/ 713433 h 1190730"/>
              <a:gd name="connsiteX24" fmla="*/ 2034791 w 7214717"/>
              <a:gd name="connsiteY24" fmla="*/ 95460 h 1190730"/>
              <a:gd name="connsiteX25" fmla="*/ 2095081 w 7214717"/>
              <a:gd name="connsiteY25" fmla="*/ 40194 h 1190730"/>
              <a:gd name="connsiteX26" fmla="*/ 2185517 w 7214717"/>
              <a:gd name="connsiteY26" fmla="*/ 175846 h 1190730"/>
              <a:gd name="connsiteX27" fmla="*/ 2260879 w 7214717"/>
              <a:gd name="connsiteY27" fmla="*/ 371789 h 1190730"/>
              <a:gd name="connsiteX28" fmla="*/ 2386484 w 7214717"/>
              <a:gd name="connsiteY28" fmla="*/ 75363 h 1190730"/>
              <a:gd name="connsiteX29" fmla="*/ 2441750 w 7214717"/>
              <a:gd name="connsiteY29" fmla="*/ 50242 h 1190730"/>
              <a:gd name="connsiteX30" fmla="*/ 2537209 w 7214717"/>
              <a:gd name="connsiteY30" fmla="*/ 85411 h 1190730"/>
              <a:gd name="connsiteX31" fmla="*/ 2597499 w 7214717"/>
              <a:gd name="connsiteY31" fmla="*/ 45218 h 1190730"/>
              <a:gd name="connsiteX32" fmla="*/ 2692958 w 7214717"/>
              <a:gd name="connsiteY32" fmla="*/ 80387 h 1190730"/>
              <a:gd name="connsiteX33" fmla="*/ 2798466 w 7214717"/>
              <a:gd name="connsiteY33" fmla="*/ 0 h 1190730"/>
              <a:gd name="connsiteX34" fmla="*/ 3114989 w 7214717"/>
              <a:gd name="connsiteY34" fmla="*/ 165798 h 1190730"/>
              <a:gd name="connsiteX35" fmla="*/ 3180303 w 7214717"/>
              <a:gd name="connsiteY35" fmla="*/ 150726 h 1190730"/>
              <a:gd name="connsiteX36" fmla="*/ 3225521 w 7214717"/>
              <a:gd name="connsiteY36" fmla="*/ 190919 h 1190730"/>
              <a:gd name="connsiteX37" fmla="*/ 3290835 w 7214717"/>
              <a:gd name="connsiteY37" fmla="*/ 130629 h 1190730"/>
              <a:gd name="connsiteX38" fmla="*/ 3436536 w 7214717"/>
              <a:gd name="connsiteY38" fmla="*/ 120580 h 1190730"/>
              <a:gd name="connsiteX39" fmla="*/ 3506875 w 7214717"/>
              <a:gd name="connsiteY39" fmla="*/ 256233 h 1190730"/>
              <a:gd name="connsiteX40" fmla="*/ 3582237 w 7214717"/>
              <a:gd name="connsiteY40" fmla="*/ 185895 h 1190730"/>
              <a:gd name="connsiteX41" fmla="*/ 3642528 w 7214717"/>
              <a:gd name="connsiteY41" fmla="*/ 251209 h 1190730"/>
              <a:gd name="connsiteX42" fmla="*/ 3702818 w 7214717"/>
              <a:gd name="connsiteY42" fmla="*/ 55266 h 1190730"/>
              <a:gd name="connsiteX43" fmla="*/ 3793253 w 7214717"/>
              <a:gd name="connsiteY43" fmla="*/ 10049 h 1190730"/>
              <a:gd name="connsiteX44" fmla="*/ 3863591 w 7214717"/>
              <a:gd name="connsiteY44" fmla="*/ 130629 h 1190730"/>
              <a:gd name="connsiteX45" fmla="*/ 3933930 w 7214717"/>
              <a:gd name="connsiteY45" fmla="*/ 75363 h 1190730"/>
              <a:gd name="connsiteX46" fmla="*/ 4004268 w 7214717"/>
              <a:gd name="connsiteY46" fmla="*/ 281354 h 1190730"/>
              <a:gd name="connsiteX47" fmla="*/ 4134897 w 7214717"/>
              <a:gd name="connsiteY47" fmla="*/ 316523 h 1190730"/>
              <a:gd name="connsiteX48" fmla="*/ 4215284 w 7214717"/>
              <a:gd name="connsiteY48" fmla="*/ 221064 h 1190730"/>
              <a:gd name="connsiteX49" fmla="*/ 4290646 w 7214717"/>
              <a:gd name="connsiteY49" fmla="*/ 221064 h 1190730"/>
              <a:gd name="connsiteX50" fmla="*/ 4345912 w 7214717"/>
              <a:gd name="connsiteY50" fmla="*/ 105508 h 1190730"/>
              <a:gd name="connsiteX51" fmla="*/ 4506686 w 7214717"/>
              <a:gd name="connsiteY51" fmla="*/ 361741 h 1190730"/>
              <a:gd name="connsiteX52" fmla="*/ 4647363 w 7214717"/>
              <a:gd name="connsiteY52" fmla="*/ 487345 h 1190730"/>
              <a:gd name="connsiteX53" fmla="*/ 4707653 w 7214717"/>
              <a:gd name="connsiteY53" fmla="*/ 492370 h 1190730"/>
              <a:gd name="connsiteX54" fmla="*/ 4808136 w 7214717"/>
              <a:gd name="connsiteY54" fmla="*/ 628022 h 1190730"/>
              <a:gd name="connsiteX55" fmla="*/ 5049297 w 7214717"/>
              <a:gd name="connsiteY55" fmla="*/ 813917 h 1190730"/>
              <a:gd name="connsiteX56" fmla="*/ 5119635 w 7214717"/>
              <a:gd name="connsiteY56" fmla="*/ 703385 h 1190730"/>
              <a:gd name="connsiteX57" fmla="*/ 5245240 w 7214717"/>
              <a:gd name="connsiteY57" fmla="*/ 743578 h 1190730"/>
              <a:gd name="connsiteX58" fmla="*/ 5426110 w 7214717"/>
              <a:gd name="connsiteY58" fmla="*/ 693337 h 1190730"/>
              <a:gd name="connsiteX59" fmla="*/ 5506497 w 7214717"/>
              <a:gd name="connsiteY59" fmla="*/ 582805 h 1190730"/>
              <a:gd name="connsiteX60" fmla="*/ 5617029 w 7214717"/>
              <a:gd name="connsiteY60" fmla="*/ 617974 h 1190730"/>
              <a:gd name="connsiteX61" fmla="*/ 5667270 w 7214717"/>
              <a:gd name="connsiteY61" fmla="*/ 562708 h 1190730"/>
              <a:gd name="connsiteX62" fmla="*/ 5747657 w 7214717"/>
              <a:gd name="connsiteY62" fmla="*/ 748602 h 1190730"/>
              <a:gd name="connsiteX63" fmla="*/ 5807947 w 7214717"/>
              <a:gd name="connsiteY63" fmla="*/ 723482 h 1190730"/>
              <a:gd name="connsiteX64" fmla="*/ 5953648 w 7214717"/>
              <a:gd name="connsiteY64" fmla="*/ 849086 h 1190730"/>
              <a:gd name="connsiteX65" fmla="*/ 6029011 w 7214717"/>
              <a:gd name="connsiteY65" fmla="*/ 683288 h 1190730"/>
              <a:gd name="connsiteX66" fmla="*/ 6094325 w 7214717"/>
              <a:gd name="connsiteY66" fmla="*/ 884255 h 1190730"/>
              <a:gd name="connsiteX67" fmla="*/ 6174712 w 7214717"/>
              <a:gd name="connsiteY67" fmla="*/ 783772 h 1190730"/>
              <a:gd name="connsiteX68" fmla="*/ 6300317 w 7214717"/>
              <a:gd name="connsiteY68" fmla="*/ 1190730 h 1190730"/>
              <a:gd name="connsiteX69" fmla="*/ 6375679 w 7214717"/>
              <a:gd name="connsiteY69" fmla="*/ 969666 h 1190730"/>
              <a:gd name="connsiteX70" fmla="*/ 6526404 w 7214717"/>
              <a:gd name="connsiteY70" fmla="*/ 949570 h 1190730"/>
              <a:gd name="connsiteX71" fmla="*/ 6586695 w 7214717"/>
              <a:gd name="connsiteY71" fmla="*/ 1009860 h 1190730"/>
              <a:gd name="connsiteX72" fmla="*/ 6657033 w 7214717"/>
              <a:gd name="connsiteY72" fmla="*/ 939521 h 1190730"/>
              <a:gd name="connsiteX73" fmla="*/ 6802734 w 7214717"/>
              <a:gd name="connsiteY73" fmla="*/ 1110343 h 1190730"/>
              <a:gd name="connsiteX74" fmla="*/ 6883121 w 7214717"/>
              <a:gd name="connsiteY74" fmla="*/ 1065126 h 1190730"/>
              <a:gd name="connsiteX75" fmla="*/ 6963508 w 7214717"/>
              <a:gd name="connsiteY75" fmla="*/ 1100295 h 1190730"/>
              <a:gd name="connsiteX76" fmla="*/ 6998677 w 7214717"/>
              <a:gd name="connsiteY76" fmla="*/ 823965 h 1190730"/>
              <a:gd name="connsiteX77" fmla="*/ 7079064 w 7214717"/>
              <a:gd name="connsiteY77" fmla="*/ 592853 h 1190730"/>
              <a:gd name="connsiteX78" fmla="*/ 7164475 w 7214717"/>
              <a:gd name="connsiteY78" fmla="*/ 713433 h 1190730"/>
              <a:gd name="connsiteX79" fmla="*/ 7214717 w 7214717"/>
              <a:gd name="connsiteY79" fmla="*/ 793820 h 1190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214717" h="1190730">
                <a:moveTo>
                  <a:pt x="0" y="778748"/>
                </a:moveTo>
                <a:lnTo>
                  <a:pt x="75363" y="617974"/>
                </a:lnTo>
                <a:lnTo>
                  <a:pt x="140677" y="638071"/>
                </a:lnTo>
                <a:lnTo>
                  <a:pt x="211015" y="512466"/>
                </a:lnTo>
                <a:lnTo>
                  <a:pt x="271306" y="592853"/>
                </a:lnTo>
                <a:lnTo>
                  <a:pt x="351692" y="507442"/>
                </a:lnTo>
                <a:lnTo>
                  <a:pt x="437103" y="607926"/>
                </a:lnTo>
                <a:lnTo>
                  <a:pt x="487345" y="602901"/>
                </a:lnTo>
                <a:lnTo>
                  <a:pt x="577780" y="653143"/>
                </a:lnTo>
                <a:lnTo>
                  <a:pt x="643095" y="552660"/>
                </a:lnTo>
                <a:lnTo>
                  <a:pt x="708409" y="602901"/>
                </a:lnTo>
                <a:lnTo>
                  <a:pt x="768699" y="467249"/>
                </a:lnTo>
                <a:lnTo>
                  <a:pt x="844062" y="708409"/>
                </a:lnTo>
                <a:lnTo>
                  <a:pt x="949569" y="683288"/>
                </a:lnTo>
                <a:lnTo>
                  <a:pt x="1045029" y="522515"/>
                </a:lnTo>
                <a:lnTo>
                  <a:pt x="1110343" y="502418"/>
                </a:lnTo>
                <a:lnTo>
                  <a:pt x="1235947" y="562708"/>
                </a:lnTo>
                <a:lnTo>
                  <a:pt x="1336431" y="743578"/>
                </a:lnTo>
                <a:lnTo>
                  <a:pt x="1406769" y="869183"/>
                </a:lnTo>
                <a:lnTo>
                  <a:pt x="1532374" y="1034980"/>
                </a:lnTo>
                <a:lnTo>
                  <a:pt x="1693147" y="688312"/>
                </a:lnTo>
                <a:lnTo>
                  <a:pt x="1753437" y="748602"/>
                </a:lnTo>
                <a:lnTo>
                  <a:pt x="1818752" y="673240"/>
                </a:lnTo>
                <a:lnTo>
                  <a:pt x="1949380" y="713433"/>
                </a:lnTo>
                <a:lnTo>
                  <a:pt x="2034791" y="95460"/>
                </a:lnTo>
                <a:lnTo>
                  <a:pt x="2095081" y="40194"/>
                </a:lnTo>
                <a:lnTo>
                  <a:pt x="2185517" y="175846"/>
                </a:lnTo>
                <a:lnTo>
                  <a:pt x="2260879" y="371789"/>
                </a:lnTo>
                <a:lnTo>
                  <a:pt x="2386484" y="75363"/>
                </a:lnTo>
                <a:lnTo>
                  <a:pt x="2441750" y="50242"/>
                </a:lnTo>
                <a:lnTo>
                  <a:pt x="2537209" y="85411"/>
                </a:lnTo>
                <a:lnTo>
                  <a:pt x="2597499" y="45218"/>
                </a:lnTo>
                <a:lnTo>
                  <a:pt x="2692958" y="80387"/>
                </a:lnTo>
                <a:lnTo>
                  <a:pt x="2798466" y="0"/>
                </a:lnTo>
                <a:lnTo>
                  <a:pt x="3114989" y="165798"/>
                </a:lnTo>
                <a:lnTo>
                  <a:pt x="3180303" y="150726"/>
                </a:lnTo>
                <a:lnTo>
                  <a:pt x="3225521" y="190919"/>
                </a:lnTo>
                <a:lnTo>
                  <a:pt x="3290835" y="130629"/>
                </a:lnTo>
                <a:lnTo>
                  <a:pt x="3436536" y="120580"/>
                </a:lnTo>
                <a:lnTo>
                  <a:pt x="3506875" y="256233"/>
                </a:lnTo>
                <a:lnTo>
                  <a:pt x="3582237" y="185895"/>
                </a:lnTo>
                <a:lnTo>
                  <a:pt x="3642528" y="251209"/>
                </a:lnTo>
                <a:lnTo>
                  <a:pt x="3702818" y="55266"/>
                </a:lnTo>
                <a:lnTo>
                  <a:pt x="3793253" y="10049"/>
                </a:lnTo>
                <a:lnTo>
                  <a:pt x="3863591" y="130629"/>
                </a:lnTo>
                <a:lnTo>
                  <a:pt x="3933930" y="75363"/>
                </a:lnTo>
                <a:lnTo>
                  <a:pt x="4004268" y="281354"/>
                </a:lnTo>
                <a:lnTo>
                  <a:pt x="4134897" y="316523"/>
                </a:lnTo>
                <a:lnTo>
                  <a:pt x="4215284" y="221064"/>
                </a:lnTo>
                <a:lnTo>
                  <a:pt x="4290646" y="221064"/>
                </a:lnTo>
                <a:lnTo>
                  <a:pt x="4345912" y="105508"/>
                </a:lnTo>
                <a:lnTo>
                  <a:pt x="4506686" y="361741"/>
                </a:lnTo>
                <a:lnTo>
                  <a:pt x="4647363" y="487345"/>
                </a:lnTo>
                <a:lnTo>
                  <a:pt x="4707653" y="492370"/>
                </a:lnTo>
                <a:lnTo>
                  <a:pt x="4808136" y="628022"/>
                </a:lnTo>
                <a:lnTo>
                  <a:pt x="5049297" y="813917"/>
                </a:lnTo>
                <a:lnTo>
                  <a:pt x="5119635" y="703385"/>
                </a:lnTo>
                <a:lnTo>
                  <a:pt x="5245240" y="743578"/>
                </a:lnTo>
                <a:lnTo>
                  <a:pt x="5426110" y="693337"/>
                </a:lnTo>
                <a:lnTo>
                  <a:pt x="5506497" y="582805"/>
                </a:lnTo>
                <a:lnTo>
                  <a:pt x="5617029" y="617974"/>
                </a:lnTo>
                <a:lnTo>
                  <a:pt x="5667270" y="562708"/>
                </a:lnTo>
                <a:lnTo>
                  <a:pt x="5747657" y="748602"/>
                </a:lnTo>
                <a:lnTo>
                  <a:pt x="5807947" y="723482"/>
                </a:lnTo>
                <a:lnTo>
                  <a:pt x="5953648" y="849086"/>
                </a:lnTo>
                <a:lnTo>
                  <a:pt x="6029011" y="683288"/>
                </a:lnTo>
                <a:lnTo>
                  <a:pt x="6094325" y="884255"/>
                </a:lnTo>
                <a:lnTo>
                  <a:pt x="6174712" y="783772"/>
                </a:lnTo>
                <a:lnTo>
                  <a:pt x="6300317" y="1190730"/>
                </a:lnTo>
                <a:lnTo>
                  <a:pt x="6375679" y="969666"/>
                </a:lnTo>
                <a:lnTo>
                  <a:pt x="6526404" y="949570"/>
                </a:lnTo>
                <a:lnTo>
                  <a:pt x="6586695" y="1009860"/>
                </a:lnTo>
                <a:lnTo>
                  <a:pt x="6657033" y="939521"/>
                </a:lnTo>
                <a:lnTo>
                  <a:pt x="6802734" y="1110343"/>
                </a:lnTo>
                <a:lnTo>
                  <a:pt x="6883121" y="1065126"/>
                </a:lnTo>
                <a:lnTo>
                  <a:pt x="6963508" y="1100295"/>
                </a:lnTo>
                <a:lnTo>
                  <a:pt x="6998677" y="823965"/>
                </a:lnTo>
                <a:lnTo>
                  <a:pt x="7079064" y="592853"/>
                </a:lnTo>
                <a:lnTo>
                  <a:pt x="7164475" y="713433"/>
                </a:lnTo>
                <a:lnTo>
                  <a:pt x="7214717" y="793820"/>
                </a:lnTo>
              </a:path>
            </a:pathLst>
          </a:custGeom>
          <a:noFill/>
          <a:ln w="28575" cap="rnd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13">
            <a:extLst>
              <a:ext uri="{FF2B5EF4-FFF2-40B4-BE49-F238E27FC236}">
                <a16:creationId xmlns:a16="http://schemas.microsoft.com/office/drawing/2014/main" id="{27F32CF2-C275-47AE-A43D-5EB54117F349}"/>
              </a:ext>
            </a:extLst>
          </p:cNvPr>
          <p:cNvSpPr/>
          <p:nvPr/>
        </p:nvSpPr>
        <p:spPr>
          <a:xfrm>
            <a:off x="1657821" y="2390827"/>
            <a:ext cx="7204668" cy="1828800"/>
          </a:xfrm>
          <a:custGeom>
            <a:avLst/>
            <a:gdLst>
              <a:gd name="connsiteX0" fmla="*/ 0 w 7204668"/>
              <a:gd name="connsiteY0" fmla="*/ 1828800 h 1828800"/>
              <a:gd name="connsiteX1" fmla="*/ 70339 w 7204668"/>
              <a:gd name="connsiteY1" fmla="*/ 1592664 h 1828800"/>
              <a:gd name="connsiteX2" fmla="*/ 120580 w 7204668"/>
              <a:gd name="connsiteY2" fmla="*/ 1708220 h 1828800"/>
              <a:gd name="connsiteX3" fmla="*/ 226088 w 7204668"/>
              <a:gd name="connsiteY3" fmla="*/ 1331407 h 1828800"/>
              <a:gd name="connsiteX4" fmla="*/ 291402 w 7204668"/>
              <a:gd name="connsiteY4" fmla="*/ 1426866 h 1828800"/>
              <a:gd name="connsiteX5" fmla="*/ 361741 w 7204668"/>
              <a:gd name="connsiteY5" fmla="*/ 1406769 h 1828800"/>
              <a:gd name="connsiteX6" fmla="*/ 427055 w 7204668"/>
              <a:gd name="connsiteY6" fmla="*/ 1426866 h 1828800"/>
              <a:gd name="connsiteX7" fmla="*/ 497393 w 7204668"/>
              <a:gd name="connsiteY7" fmla="*/ 1391697 h 1828800"/>
              <a:gd name="connsiteX8" fmla="*/ 567732 w 7204668"/>
              <a:gd name="connsiteY8" fmla="*/ 1411793 h 1828800"/>
              <a:gd name="connsiteX9" fmla="*/ 643095 w 7204668"/>
              <a:gd name="connsiteY9" fmla="*/ 1225899 h 1828800"/>
              <a:gd name="connsiteX10" fmla="*/ 698361 w 7204668"/>
              <a:gd name="connsiteY10" fmla="*/ 1286189 h 1828800"/>
              <a:gd name="connsiteX11" fmla="*/ 768699 w 7204668"/>
              <a:gd name="connsiteY11" fmla="*/ 1045029 h 1828800"/>
              <a:gd name="connsiteX12" fmla="*/ 844062 w 7204668"/>
              <a:gd name="connsiteY12" fmla="*/ 1281165 h 1828800"/>
              <a:gd name="connsiteX13" fmla="*/ 904352 w 7204668"/>
              <a:gd name="connsiteY13" fmla="*/ 1245996 h 1828800"/>
              <a:gd name="connsiteX14" fmla="*/ 1009859 w 7204668"/>
              <a:gd name="connsiteY14" fmla="*/ 1336431 h 1828800"/>
              <a:gd name="connsiteX15" fmla="*/ 1070150 w 7204668"/>
              <a:gd name="connsiteY15" fmla="*/ 1457011 h 1828800"/>
              <a:gd name="connsiteX16" fmla="*/ 1155561 w 7204668"/>
              <a:gd name="connsiteY16" fmla="*/ 1497204 h 1828800"/>
              <a:gd name="connsiteX17" fmla="*/ 1276141 w 7204668"/>
              <a:gd name="connsiteY17" fmla="*/ 1391697 h 1828800"/>
              <a:gd name="connsiteX18" fmla="*/ 1346479 w 7204668"/>
              <a:gd name="connsiteY18" fmla="*/ 1477108 h 1828800"/>
              <a:gd name="connsiteX19" fmla="*/ 1401745 w 7204668"/>
              <a:gd name="connsiteY19" fmla="*/ 1477108 h 1828800"/>
              <a:gd name="connsiteX20" fmla="*/ 1547446 w 7204668"/>
              <a:gd name="connsiteY20" fmla="*/ 1758462 h 1828800"/>
              <a:gd name="connsiteX21" fmla="*/ 1622809 w 7204668"/>
              <a:gd name="connsiteY21" fmla="*/ 1416818 h 1828800"/>
              <a:gd name="connsiteX22" fmla="*/ 1678075 w 7204668"/>
              <a:gd name="connsiteY22" fmla="*/ 1040004 h 1828800"/>
              <a:gd name="connsiteX23" fmla="*/ 1748413 w 7204668"/>
              <a:gd name="connsiteY23" fmla="*/ 1070149 h 1828800"/>
              <a:gd name="connsiteX24" fmla="*/ 1823776 w 7204668"/>
              <a:gd name="connsiteY24" fmla="*/ 818941 h 1828800"/>
              <a:gd name="connsiteX25" fmla="*/ 1909187 w 7204668"/>
              <a:gd name="connsiteY25" fmla="*/ 738554 h 1828800"/>
              <a:gd name="connsiteX26" fmla="*/ 1989574 w 7204668"/>
              <a:gd name="connsiteY26" fmla="*/ 733530 h 1828800"/>
              <a:gd name="connsiteX27" fmla="*/ 2029767 w 7204668"/>
              <a:gd name="connsiteY27" fmla="*/ 773723 h 1828800"/>
              <a:gd name="connsiteX28" fmla="*/ 2130251 w 7204668"/>
              <a:gd name="connsiteY28" fmla="*/ 668215 h 1828800"/>
              <a:gd name="connsiteX29" fmla="*/ 2250831 w 7204668"/>
              <a:gd name="connsiteY29" fmla="*/ 718457 h 1828800"/>
              <a:gd name="connsiteX30" fmla="*/ 2331218 w 7204668"/>
              <a:gd name="connsiteY30" fmla="*/ 467248 h 1828800"/>
              <a:gd name="connsiteX31" fmla="*/ 2396532 w 7204668"/>
              <a:gd name="connsiteY31" fmla="*/ 582804 h 1828800"/>
              <a:gd name="connsiteX32" fmla="*/ 2461846 w 7204668"/>
              <a:gd name="connsiteY32" fmla="*/ 592853 h 1828800"/>
              <a:gd name="connsiteX33" fmla="*/ 2607547 w 7204668"/>
              <a:gd name="connsiteY33" fmla="*/ 482321 h 1828800"/>
              <a:gd name="connsiteX34" fmla="*/ 2677886 w 7204668"/>
              <a:gd name="connsiteY34" fmla="*/ 592853 h 1828800"/>
              <a:gd name="connsiteX35" fmla="*/ 2748224 w 7204668"/>
              <a:gd name="connsiteY35" fmla="*/ 628022 h 1828800"/>
              <a:gd name="connsiteX36" fmla="*/ 2793442 w 7204668"/>
              <a:gd name="connsiteY36" fmla="*/ 406958 h 1828800"/>
              <a:gd name="connsiteX37" fmla="*/ 2949191 w 7204668"/>
              <a:gd name="connsiteY37" fmla="*/ 306475 h 1828800"/>
              <a:gd name="connsiteX38" fmla="*/ 3024554 w 7204668"/>
              <a:gd name="connsiteY38" fmla="*/ 437103 h 1828800"/>
              <a:gd name="connsiteX39" fmla="*/ 3099917 w 7204668"/>
              <a:gd name="connsiteY39" fmla="*/ 417007 h 1828800"/>
              <a:gd name="connsiteX40" fmla="*/ 3175279 w 7204668"/>
              <a:gd name="connsiteY40" fmla="*/ 547635 h 1828800"/>
              <a:gd name="connsiteX41" fmla="*/ 3285811 w 7204668"/>
              <a:gd name="connsiteY41" fmla="*/ 467248 h 1828800"/>
              <a:gd name="connsiteX42" fmla="*/ 3441561 w 7204668"/>
              <a:gd name="connsiteY42" fmla="*/ 703385 h 1828800"/>
              <a:gd name="connsiteX43" fmla="*/ 3511899 w 7204668"/>
              <a:gd name="connsiteY43" fmla="*/ 879231 h 1828800"/>
              <a:gd name="connsiteX44" fmla="*/ 3577213 w 7204668"/>
              <a:gd name="connsiteY44" fmla="*/ 723481 h 1828800"/>
              <a:gd name="connsiteX45" fmla="*/ 3647552 w 7204668"/>
              <a:gd name="connsiteY45" fmla="*/ 778747 h 1828800"/>
              <a:gd name="connsiteX46" fmla="*/ 3687745 w 7204668"/>
              <a:gd name="connsiteY46" fmla="*/ 658167 h 1828800"/>
              <a:gd name="connsiteX47" fmla="*/ 3798277 w 7204668"/>
              <a:gd name="connsiteY47" fmla="*/ 628022 h 1828800"/>
              <a:gd name="connsiteX48" fmla="*/ 3858567 w 7204668"/>
              <a:gd name="connsiteY48" fmla="*/ 537587 h 1828800"/>
              <a:gd name="connsiteX49" fmla="*/ 3923881 w 7204668"/>
              <a:gd name="connsiteY49" fmla="*/ 658167 h 1828800"/>
              <a:gd name="connsiteX50" fmla="*/ 3989196 w 7204668"/>
              <a:gd name="connsiteY50" fmla="*/ 1019908 h 1828800"/>
              <a:gd name="connsiteX51" fmla="*/ 4069582 w 7204668"/>
              <a:gd name="connsiteY51" fmla="*/ 1160585 h 1828800"/>
              <a:gd name="connsiteX52" fmla="*/ 4124848 w 7204668"/>
              <a:gd name="connsiteY52" fmla="*/ 1170633 h 1828800"/>
              <a:gd name="connsiteX53" fmla="*/ 4210259 w 7204668"/>
              <a:gd name="connsiteY53" fmla="*/ 849086 h 1828800"/>
              <a:gd name="connsiteX54" fmla="*/ 4275574 w 7204668"/>
              <a:gd name="connsiteY54" fmla="*/ 698360 h 1828800"/>
              <a:gd name="connsiteX55" fmla="*/ 4355961 w 7204668"/>
              <a:gd name="connsiteY55" fmla="*/ 628022 h 1828800"/>
              <a:gd name="connsiteX56" fmla="*/ 4431323 w 7204668"/>
              <a:gd name="connsiteY56" fmla="*/ 844062 h 1828800"/>
              <a:gd name="connsiteX57" fmla="*/ 4491613 w 7204668"/>
              <a:gd name="connsiteY57" fmla="*/ 1140488 h 1828800"/>
              <a:gd name="connsiteX58" fmla="*/ 4541855 w 7204668"/>
              <a:gd name="connsiteY58" fmla="*/ 924448 h 1828800"/>
              <a:gd name="connsiteX59" fmla="*/ 4617218 w 7204668"/>
              <a:gd name="connsiteY59" fmla="*/ 1065125 h 1828800"/>
              <a:gd name="connsiteX60" fmla="*/ 4692580 w 7204668"/>
              <a:gd name="connsiteY60" fmla="*/ 1040004 h 1828800"/>
              <a:gd name="connsiteX61" fmla="*/ 4752870 w 7204668"/>
              <a:gd name="connsiteY61" fmla="*/ 1135464 h 1828800"/>
              <a:gd name="connsiteX62" fmla="*/ 4838281 w 7204668"/>
              <a:gd name="connsiteY62" fmla="*/ 1205802 h 1828800"/>
              <a:gd name="connsiteX63" fmla="*/ 4989007 w 7204668"/>
              <a:gd name="connsiteY63" fmla="*/ 1225899 h 1828800"/>
              <a:gd name="connsiteX64" fmla="*/ 5079442 w 7204668"/>
              <a:gd name="connsiteY64" fmla="*/ 1150536 h 1828800"/>
              <a:gd name="connsiteX65" fmla="*/ 5114611 w 7204668"/>
              <a:gd name="connsiteY65" fmla="*/ 743578 h 1828800"/>
              <a:gd name="connsiteX66" fmla="*/ 5184950 w 7204668"/>
              <a:gd name="connsiteY66" fmla="*/ 813916 h 1828800"/>
              <a:gd name="connsiteX67" fmla="*/ 5255288 w 7204668"/>
              <a:gd name="connsiteY67" fmla="*/ 1060101 h 1828800"/>
              <a:gd name="connsiteX68" fmla="*/ 5345723 w 7204668"/>
              <a:gd name="connsiteY68" fmla="*/ 899327 h 1828800"/>
              <a:gd name="connsiteX69" fmla="*/ 5390941 w 7204668"/>
              <a:gd name="connsiteY69" fmla="*/ 592853 h 1828800"/>
              <a:gd name="connsiteX70" fmla="*/ 5466303 w 7204668"/>
              <a:gd name="connsiteY70" fmla="*/ 673240 h 1828800"/>
              <a:gd name="connsiteX71" fmla="*/ 5536642 w 7204668"/>
              <a:gd name="connsiteY71" fmla="*/ 457200 h 1828800"/>
              <a:gd name="connsiteX72" fmla="*/ 5627077 w 7204668"/>
              <a:gd name="connsiteY72" fmla="*/ 562708 h 1828800"/>
              <a:gd name="connsiteX73" fmla="*/ 5667270 w 7204668"/>
              <a:gd name="connsiteY73" fmla="*/ 653143 h 1828800"/>
              <a:gd name="connsiteX74" fmla="*/ 5752681 w 7204668"/>
              <a:gd name="connsiteY74" fmla="*/ 512466 h 1828800"/>
              <a:gd name="connsiteX75" fmla="*/ 5823020 w 7204668"/>
              <a:gd name="connsiteY75" fmla="*/ 628022 h 1828800"/>
              <a:gd name="connsiteX76" fmla="*/ 5893358 w 7204668"/>
              <a:gd name="connsiteY76" fmla="*/ 497393 h 1828800"/>
              <a:gd name="connsiteX77" fmla="*/ 5943600 w 7204668"/>
              <a:gd name="connsiteY77" fmla="*/ 487345 h 1828800"/>
              <a:gd name="connsiteX78" fmla="*/ 6029011 w 7204668"/>
              <a:gd name="connsiteY78" fmla="*/ 130629 h 1828800"/>
              <a:gd name="connsiteX79" fmla="*/ 6104374 w 7204668"/>
              <a:gd name="connsiteY79" fmla="*/ 256233 h 1828800"/>
              <a:gd name="connsiteX80" fmla="*/ 6174712 w 7204668"/>
              <a:gd name="connsiteY80" fmla="*/ 30145 h 1828800"/>
              <a:gd name="connsiteX81" fmla="*/ 6255099 w 7204668"/>
              <a:gd name="connsiteY81" fmla="*/ 0 h 1828800"/>
              <a:gd name="connsiteX82" fmla="*/ 6305341 w 7204668"/>
              <a:gd name="connsiteY82" fmla="*/ 180870 h 1828800"/>
              <a:gd name="connsiteX83" fmla="*/ 6385728 w 7204668"/>
              <a:gd name="connsiteY83" fmla="*/ 80387 h 1828800"/>
              <a:gd name="connsiteX84" fmla="*/ 6456066 w 7204668"/>
              <a:gd name="connsiteY84" fmla="*/ 170822 h 1828800"/>
              <a:gd name="connsiteX85" fmla="*/ 6596743 w 7204668"/>
              <a:gd name="connsiteY85" fmla="*/ 170822 h 1828800"/>
              <a:gd name="connsiteX86" fmla="*/ 6657033 w 7204668"/>
              <a:gd name="connsiteY86" fmla="*/ 271305 h 1828800"/>
              <a:gd name="connsiteX87" fmla="*/ 6802734 w 7204668"/>
              <a:gd name="connsiteY87" fmla="*/ 733530 h 1828800"/>
              <a:gd name="connsiteX88" fmla="*/ 6863024 w 7204668"/>
              <a:gd name="connsiteY88" fmla="*/ 688312 h 1828800"/>
              <a:gd name="connsiteX89" fmla="*/ 6938387 w 7204668"/>
              <a:gd name="connsiteY89" fmla="*/ 879231 h 1828800"/>
              <a:gd name="connsiteX90" fmla="*/ 7003701 w 7204668"/>
              <a:gd name="connsiteY90" fmla="*/ 537587 h 1828800"/>
              <a:gd name="connsiteX91" fmla="*/ 7074040 w 7204668"/>
              <a:gd name="connsiteY91" fmla="*/ 457200 h 1828800"/>
              <a:gd name="connsiteX92" fmla="*/ 7159451 w 7204668"/>
              <a:gd name="connsiteY92" fmla="*/ 778747 h 1828800"/>
              <a:gd name="connsiteX93" fmla="*/ 7204668 w 7204668"/>
              <a:gd name="connsiteY93" fmla="*/ 1120391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7204668" h="1828800">
                <a:moveTo>
                  <a:pt x="0" y="1828800"/>
                </a:moveTo>
                <a:lnTo>
                  <a:pt x="70339" y="1592664"/>
                </a:lnTo>
                <a:lnTo>
                  <a:pt x="120580" y="1708220"/>
                </a:lnTo>
                <a:lnTo>
                  <a:pt x="226088" y="1331407"/>
                </a:lnTo>
                <a:lnTo>
                  <a:pt x="291402" y="1426866"/>
                </a:lnTo>
                <a:lnTo>
                  <a:pt x="361741" y="1406769"/>
                </a:lnTo>
                <a:lnTo>
                  <a:pt x="427055" y="1426866"/>
                </a:lnTo>
                <a:lnTo>
                  <a:pt x="497393" y="1391697"/>
                </a:lnTo>
                <a:lnTo>
                  <a:pt x="567732" y="1411793"/>
                </a:lnTo>
                <a:lnTo>
                  <a:pt x="643095" y="1225899"/>
                </a:lnTo>
                <a:lnTo>
                  <a:pt x="698361" y="1286189"/>
                </a:lnTo>
                <a:lnTo>
                  <a:pt x="768699" y="1045029"/>
                </a:lnTo>
                <a:lnTo>
                  <a:pt x="844062" y="1281165"/>
                </a:lnTo>
                <a:lnTo>
                  <a:pt x="904352" y="1245996"/>
                </a:lnTo>
                <a:lnTo>
                  <a:pt x="1009859" y="1336431"/>
                </a:lnTo>
                <a:lnTo>
                  <a:pt x="1070150" y="1457011"/>
                </a:lnTo>
                <a:lnTo>
                  <a:pt x="1155561" y="1497204"/>
                </a:lnTo>
                <a:lnTo>
                  <a:pt x="1276141" y="1391697"/>
                </a:lnTo>
                <a:lnTo>
                  <a:pt x="1346479" y="1477108"/>
                </a:lnTo>
                <a:lnTo>
                  <a:pt x="1401745" y="1477108"/>
                </a:lnTo>
                <a:lnTo>
                  <a:pt x="1547446" y="1758462"/>
                </a:lnTo>
                <a:lnTo>
                  <a:pt x="1622809" y="1416818"/>
                </a:lnTo>
                <a:lnTo>
                  <a:pt x="1678075" y="1040004"/>
                </a:lnTo>
                <a:lnTo>
                  <a:pt x="1748413" y="1070149"/>
                </a:lnTo>
                <a:lnTo>
                  <a:pt x="1823776" y="818941"/>
                </a:lnTo>
                <a:lnTo>
                  <a:pt x="1909187" y="738554"/>
                </a:lnTo>
                <a:lnTo>
                  <a:pt x="1989574" y="733530"/>
                </a:lnTo>
                <a:lnTo>
                  <a:pt x="2029767" y="773723"/>
                </a:lnTo>
                <a:lnTo>
                  <a:pt x="2130251" y="668215"/>
                </a:lnTo>
                <a:lnTo>
                  <a:pt x="2250831" y="718457"/>
                </a:lnTo>
                <a:lnTo>
                  <a:pt x="2331218" y="467248"/>
                </a:lnTo>
                <a:lnTo>
                  <a:pt x="2396532" y="582804"/>
                </a:lnTo>
                <a:lnTo>
                  <a:pt x="2461846" y="592853"/>
                </a:lnTo>
                <a:lnTo>
                  <a:pt x="2607547" y="482321"/>
                </a:lnTo>
                <a:lnTo>
                  <a:pt x="2677886" y="592853"/>
                </a:lnTo>
                <a:lnTo>
                  <a:pt x="2748224" y="628022"/>
                </a:lnTo>
                <a:lnTo>
                  <a:pt x="2793442" y="406958"/>
                </a:lnTo>
                <a:lnTo>
                  <a:pt x="2949191" y="306475"/>
                </a:lnTo>
                <a:lnTo>
                  <a:pt x="3024554" y="437103"/>
                </a:lnTo>
                <a:lnTo>
                  <a:pt x="3099917" y="417007"/>
                </a:lnTo>
                <a:lnTo>
                  <a:pt x="3175279" y="547635"/>
                </a:lnTo>
                <a:lnTo>
                  <a:pt x="3285811" y="467248"/>
                </a:lnTo>
                <a:lnTo>
                  <a:pt x="3441561" y="703385"/>
                </a:lnTo>
                <a:lnTo>
                  <a:pt x="3511899" y="879231"/>
                </a:lnTo>
                <a:lnTo>
                  <a:pt x="3577213" y="723481"/>
                </a:lnTo>
                <a:lnTo>
                  <a:pt x="3647552" y="778747"/>
                </a:lnTo>
                <a:lnTo>
                  <a:pt x="3687745" y="658167"/>
                </a:lnTo>
                <a:lnTo>
                  <a:pt x="3798277" y="628022"/>
                </a:lnTo>
                <a:lnTo>
                  <a:pt x="3858567" y="537587"/>
                </a:lnTo>
                <a:lnTo>
                  <a:pt x="3923881" y="658167"/>
                </a:lnTo>
                <a:lnTo>
                  <a:pt x="3989196" y="1019908"/>
                </a:lnTo>
                <a:lnTo>
                  <a:pt x="4069582" y="1160585"/>
                </a:lnTo>
                <a:lnTo>
                  <a:pt x="4124848" y="1170633"/>
                </a:lnTo>
                <a:lnTo>
                  <a:pt x="4210259" y="849086"/>
                </a:lnTo>
                <a:lnTo>
                  <a:pt x="4275574" y="698360"/>
                </a:lnTo>
                <a:lnTo>
                  <a:pt x="4355961" y="628022"/>
                </a:lnTo>
                <a:lnTo>
                  <a:pt x="4431323" y="844062"/>
                </a:lnTo>
                <a:lnTo>
                  <a:pt x="4491613" y="1140488"/>
                </a:lnTo>
                <a:lnTo>
                  <a:pt x="4541855" y="924448"/>
                </a:lnTo>
                <a:lnTo>
                  <a:pt x="4617218" y="1065125"/>
                </a:lnTo>
                <a:lnTo>
                  <a:pt x="4692580" y="1040004"/>
                </a:lnTo>
                <a:lnTo>
                  <a:pt x="4752870" y="1135464"/>
                </a:lnTo>
                <a:lnTo>
                  <a:pt x="4838281" y="1205802"/>
                </a:lnTo>
                <a:lnTo>
                  <a:pt x="4989007" y="1225899"/>
                </a:lnTo>
                <a:lnTo>
                  <a:pt x="5079442" y="1150536"/>
                </a:lnTo>
                <a:lnTo>
                  <a:pt x="5114611" y="743578"/>
                </a:lnTo>
                <a:lnTo>
                  <a:pt x="5184950" y="813916"/>
                </a:lnTo>
                <a:lnTo>
                  <a:pt x="5255288" y="1060101"/>
                </a:lnTo>
                <a:lnTo>
                  <a:pt x="5345723" y="899327"/>
                </a:lnTo>
                <a:lnTo>
                  <a:pt x="5390941" y="592853"/>
                </a:lnTo>
                <a:lnTo>
                  <a:pt x="5466303" y="673240"/>
                </a:lnTo>
                <a:lnTo>
                  <a:pt x="5536642" y="457200"/>
                </a:lnTo>
                <a:lnTo>
                  <a:pt x="5627077" y="562708"/>
                </a:lnTo>
                <a:lnTo>
                  <a:pt x="5667270" y="653143"/>
                </a:lnTo>
                <a:lnTo>
                  <a:pt x="5752681" y="512466"/>
                </a:lnTo>
                <a:lnTo>
                  <a:pt x="5823020" y="628022"/>
                </a:lnTo>
                <a:lnTo>
                  <a:pt x="5893358" y="497393"/>
                </a:lnTo>
                <a:lnTo>
                  <a:pt x="5943600" y="487345"/>
                </a:lnTo>
                <a:lnTo>
                  <a:pt x="6029011" y="130629"/>
                </a:lnTo>
                <a:lnTo>
                  <a:pt x="6104374" y="256233"/>
                </a:lnTo>
                <a:lnTo>
                  <a:pt x="6174712" y="30145"/>
                </a:lnTo>
                <a:lnTo>
                  <a:pt x="6255099" y="0"/>
                </a:lnTo>
                <a:lnTo>
                  <a:pt x="6305341" y="180870"/>
                </a:lnTo>
                <a:lnTo>
                  <a:pt x="6385728" y="80387"/>
                </a:lnTo>
                <a:lnTo>
                  <a:pt x="6456066" y="170822"/>
                </a:lnTo>
                <a:lnTo>
                  <a:pt x="6596743" y="170822"/>
                </a:lnTo>
                <a:lnTo>
                  <a:pt x="6657033" y="271305"/>
                </a:lnTo>
                <a:lnTo>
                  <a:pt x="6802734" y="733530"/>
                </a:lnTo>
                <a:lnTo>
                  <a:pt x="6863024" y="688312"/>
                </a:lnTo>
                <a:lnTo>
                  <a:pt x="6938387" y="879231"/>
                </a:lnTo>
                <a:lnTo>
                  <a:pt x="7003701" y="537587"/>
                </a:lnTo>
                <a:lnTo>
                  <a:pt x="7074040" y="457200"/>
                </a:lnTo>
                <a:lnTo>
                  <a:pt x="7159451" y="778747"/>
                </a:lnTo>
                <a:lnTo>
                  <a:pt x="7204668" y="1120391"/>
                </a:lnTo>
              </a:path>
            </a:pathLst>
          </a:custGeom>
          <a:noFill/>
          <a:ln w="28575" cap="rnd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14">
            <a:extLst>
              <a:ext uri="{FF2B5EF4-FFF2-40B4-BE49-F238E27FC236}">
                <a16:creationId xmlns:a16="http://schemas.microsoft.com/office/drawing/2014/main" id="{DDCAE335-5781-4E40-9F4B-44045C18EDA1}"/>
              </a:ext>
            </a:extLst>
          </p:cNvPr>
          <p:cNvSpPr/>
          <p:nvPr/>
        </p:nvSpPr>
        <p:spPr>
          <a:xfrm>
            <a:off x="1713087" y="1873337"/>
            <a:ext cx="7154426" cy="2718079"/>
          </a:xfrm>
          <a:custGeom>
            <a:avLst/>
            <a:gdLst>
              <a:gd name="connsiteX0" fmla="*/ 0 w 7154426"/>
              <a:gd name="connsiteY0" fmla="*/ 2195565 h 2718079"/>
              <a:gd name="connsiteX1" fmla="*/ 100484 w 7154426"/>
              <a:gd name="connsiteY1" fmla="*/ 2356338 h 2718079"/>
              <a:gd name="connsiteX2" fmla="*/ 170822 w 7154426"/>
              <a:gd name="connsiteY2" fmla="*/ 2054888 h 2718079"/>
              <a:gd name="connsiteX3" fmla="*/ 231112 w 7154426"/>
              <a:gd name="connsiteY3" fmla="*/ 2080009 h 2718079"/>
              <a:gd name="connsiteX4" fmla="*/ 291402 w 7154426"/>
              <a:gd name="connsiteY4" fmla="*/ 2039815 h 2718079"/>
              <a:gd name="connsiteX5" fmla="*/ 386862 w 7154426"/>
              <a:gd name="connsiteY5" fmla="*/ 2044839 h 2718079"/>
              <a:gd name="connsiteX6" fmla="*/ 437103 w 7154426"/>
              <a:gd name="connsiteY6" fmla="*/ 2069960 h 2718079"/>
              <a:gd name="connsiteX7" fmla="*/ 607925 w 7154426"/>
              <a:gd name="connsiteY7" fmla="*/ 1944356 h 2718079"/>
              <a:gd name="connsiteX8" fmla="*/ 633046 w 7154426"/>
              <a:gd name="connsiteY8" fmla="*/ 2205613 h 2718079"/>
              <a:gd name="connsiteX9" fmla="*/ 713433 w 7154426"/>
              <a:gd name="connsiteY9" fmla="*/ 2135275 h 2718079"/>
              <a:gd name="connsiteX10" fmla="*/ 778747 w 7154426"/>
              <a:gd name="connsiteY10" fmla="*/ 2356338 h 2718079"/>
              <a:gd name="connsiteX11" fmla="*/ 879231 w 7154426"/>
              <a:gd name="connsiteY11" fmla="*/ 2180492 h 2718079"/>
              <a:gd name="connsiteX12" fmla="*/ 949569 w 7154426"/>
              <a:gd name="connsiteY12" fmla="*/ 2280976 h 2718079"/>
              <a:gd name="connsiteX13" fmla="*/ 1009859 w 7154426"/>
              <a:gd name="connsiteY13" fmla="*/ 2069960 h 2718079"/>
              <a:gd name="connsiteX14" fmla="*/ 1080198 w 7154426"/>
              <a:gd name="connsiteY14" fmla="*/ 2291024 h 2718079"/>
              <a:gd name="connsiteX15" fmla="*/ 1150536 w 7154426"/>
              <a:gd name="connsiteY15" fmla="*/ 2150347 h 2718079"/>
              <a:gd name="connsiteX16" fmla="*/ 1235947 w 7154426"/>
              <a:gd name="connsiteY16" fmla="*/ 2230734 h 2718079"/>
              <a:gd name="connsiteX17" fmla="*/ 1266092 w 7154426"/>
              <a:gd name="connsiteY17" fmla="*/ 2366387 h 2718079"/>
              <a:gd name="connsiteX18" fmla="*/ 1391697 w 7154426"/>
              <a:gd name="connsiteY18" fmla="*/ 2476919 h 2718079"/>
              <a:gd name="connsiteX19" fmla="*/ 1492180 w 7154426"/>
              <a:gd name="connsiteY19" fmla="*/ 2718079 h 2718079"/>
              <a:gd name="connsiteX20" fmla="*/ 1567543 w 7154426"/>
              <a:gd name="connsiteY20" fmla="*/ 2522136 h 2718079"/>
              <a:gd name="connsiteX21" fmla="*/ 1627833 w 7154426"/>
              <a:gd name="connsiteY21" fmla="*/ 2059912 h 2718079"/>
              <a:gd name="connsiteX22" fmla="*/ 1763486 w 7154426"/>
              <a:gd name="connsiteY22" fmla="*/ 1783582 h 2718079"/>
              <a:gd name="connsiteX23" fmla="*/ 1914211 w 7154426"/>
              <a:gd name="connsiteY23" fmla="*/ 1703195 h 2718079"/>
              <a:gd name="connsiteX24" fmla="*/ 1974501 w 7154426"/>
              <a:gd name="connsiteY24" fmla="*/ 592853 h 2718079"/>
              <a:gd name="connsiteX25" fmla="*/ 2049864 w 7154426"/>
              <a:gd name="connsiteY25" fmla="*/ 597877 h 2718079"/>
              <a:gd name="connsiteX26" fmla="*/ 2125226 w 7154426"/>
              <a:gd name="connsiteY26" fmla="*/ 854110 h 2718079"/>
              <a:gd name="connsiteX27" fmla="*/ 2195565 w 7154426"/>
              <a:gd name="connsiteY27" fmla="*/ 974690 h 2718079"/>
              <a:gd name="connsiteX28" fmla="*/ 2280976 w 7154426"/>
              <a:gd name="connsiteY28" fmla="*/ 728505 h 2718079"/>
              <a:gd name="connsiteX29" fmla="*/ 2331218 w 7154426"/>
              <a:gd name="connsiteY29" fmla="*/ 321547 h 2718079"/>
              <a:gd name="connsiteX30" fmla="*/ 2391508 w 7154426"/>
              <a:gd name="connsiteY30" fmla="*/ 321547 h 2718079"/>
              <a:gd name="connsiteX31" fmla="*/ 2471895 w 7154426"/>
              <a:gd name="connsiteY31" fmla="*/ 537587 h 2718079"/>
              <a:gd name="connsiteX32" fmla="*/ 2547257 w 7154426"/>
              <a:gd name="connsiteY32" fmla="*/ 512466 h 2718079"/>
              <a:gd name="connsiteX33" fmla="*/ 2622620 w 7154426"/>
              <a:gd name="connsiteY33" fmla="*/ 562708 h 2718079"/>
              <a:gd name="connsiteX34" fmla="*/ 2697982 w 7154426"/>
              <a:gd name="connsiteY34" fmla="*/ 356716 h 2718079"/>
              <a:gd name="connsiteX35" fmla="*/ 2743200 w 7154426"/>
              <a:gd name="connsiteY35" fmla="*/ 35169 h 2718079"/>
              <a:gd name="connsiteX36" fmla="*/ 2823587 w 7154426"/>
              <a:gd name="connsiteY36" fmla="*/ 221064 h 2718079"/>
              <a:gd name="connsiteX37" fmla="*/ 2888901 w 7154426"/>
              <a:gd name="connsiteY37" fmla="*/ 216039 h 2718079"/>
              <a:gd name="connsiteX38" fmla="*/ 2959240 w 7154426"/>
              <a:gd name="connsiteY38" fmla="*/ 452176 h 2718079"/>
              <a:gd name="connsiteX39" fmla="*/ 3059723 w 7154426"/>
              <a:gd name="connsiteY39" fmla="*/ 281354 h 2718079"/>
              <a:gd name="connsiteX40" fmla="*/ 3170255 w 7154426"/>
              <a:gd name="connsiteY40" fmla="*/ 221064 h 2718079"/>
              <a:gd name="connsiteX41" fmla="*/ 3320980 w 7154426"/>
              <a:gd name="connsiteY41" fmla="*/ 0 h 2718079"/>
              <a:gd name="connsiteX42" fmla="*/ 3386295 w 7154426"/>
              <a:gd name="connsiteY42" fmla="*/ 0 h 2718079"/>
              <a:gd name="connsiteX43" fmla="*/ 3577213 w 7154426"/>
              <a:gd name="connsiteY43" fmla="*/ 572756 h 2718079"/>
              <a:gd name="connsiteX44" fmla="*/ 3667648 w 7154426"/>
              <a:gd name="connsiteY44" fmla="*/ 487345 h 2718079"/>
              <a:gd name="connsiteX45" fmla="*/ 3803301 w 7154426"/>
              <a:gd name="connsiteY45" fmla="*/ 331595 h 2718079"/>
              <a:gd name="connsiteX46" fmla="*/ 3918857 w 7154426"/>
              <a:gd name="connsiteY46" fmla="*/ 693336 h 2718079"/>
              <a:gd name="connsiteX47" fmla="*/ 4014316 w 7154426"/>
              <a:gd name="connsiteY47" fmla="*/ 914400 h 2718079"/>
              <a:gd name="connsiteX48" fmla="*/ 4149969 w 7154426"/>
              <a:gd name="connsiteY48" fmla="*/ 472272 h 2718079"/>
              <a:gd name="connsiteX49" fmla="*/ 4290646 w 7154426"/>
              <a:gd name="connsiteY49" fmla="*/ 271305 h 2718079"/>
              <a:gd name="connsiteX50" fmla="*/ 4360985 w 7154426"/>
              <a:gd name="connsiteY50" fmla="*/ 241160 h 2718079"/>
              <a:gd name="connsiteX51" fmla="*/ 4451420 w 7154426"/>
              <a:gd name="connsiteY51" fmla="*/ 542611 h 2718079"/>
              <a:gd name="connsiteX52" fmla="*/ 4551903 w 7154426"/>
              <a:gd name="connsiteY52" fmla="*/ 507442 h 2718079"/>
              <a:gd name="connsiteX53" fmla="*/ 4712677 w 7154426"/>
              <a:gd name="connsiteY53" fmla="*/ 251209 h 2718079"/>
              <a:gd name="connsiteX54" fmla="*/ 4868426 w 7154426"/>
              <a:gd name="connsiteY54" fmla="*/ 477297 h 2718079"/>
              <a:gd name="connsiteX55" fmla="*/ 4928716 w 7154426"/>
              <a:gd name="connsiteY55" fmla="*/ 648119 h 2718079"/>
              <a:gd name="connsiteX56" fmla="*/ 4989007 w 7154426"/>
              <a:gd name="connsiteY56" fmla="*/ 638070 h 2718079"/>
              <a:gd name="connsiteX57" fmla="*/ 5069393 w 7154426"/>
              <a:gd name="connsiteY57" fmla="*/ 502417 h 2718079"/>
              <a:gd name="connsiteX58" fmla="*/ 5134708 w 7154426"/>
              <a:gd name="connsiteY58" fmla="*/ 65314 h 2718079"/>
              <a:gd name="connsiteX59" fmla="*/ 5215095 w 7154426"/>
              <a:gd name="connsiteY59" fmla="*/ 155749 h 2718079"/>
              <a:gd name="connsiteX60" fmla="*/ 5280409 w 7154426"/>
              <a:gd name="connsiteY60" fmla="*/ 80387 h 2718079"/>
              <a:gd name="connsiteX61" fmla="*/ 5335675 w 7154426"/>
              <a:gd name="connsiteY61" fmla="*/ 246185 h 2718079"/>
              <a:gd name="connsiteX62" fmla="*/ 5406013 w 7154426"/>
              <a:gd name="connsiteY62" fmla="*/ 291402 h 2718079"/>
              <a:gd name="connsiteX63" fmla="*/ 5486400 w 7154426"/>
              <a:gd name="connsiteY63" fmla="*/ 256233 h 2718079"/>
              <a:gd name="connsiteX64" fmla="*/ 5566787 w 7154426"/>
              <a:gd name="connsiteY64" fmla="*/ 256233 h 2718079"/>
              <a:gd name="connsiteX65" fmla="*/ 5627077 w 7154426"/>
              <a:gd name="connsiteY65" fmla="*/ 417006 h 2718079"/>
              <a:gd name="connsiteX66" fmla="*/ 5697415 w 7154426"/>
              <a:gd name="connsiteY66" fmla="*/ 361741 h 2718079"/>
              <a:gd name="connsiteX67" fmla="*/ 5757706 w 7154426"/>
              <a:gd name="connsiteY67" fmla="*/ 693336 h 2718079"/>
              <a:gd name="connsiteX68" fmla="*/ 5817996 w 7154426"/>
              <a:gd name="connsiteY68" fmla="*/ 803868 h 2718079"/>
              <a:gd name="connsiteX69" fmla="*/ 5983793 w 7154426"/>
              <a:gd name="connsiteY69" fmla="*/ 381837 h 2718079"/>
              <a:gd name="connsiteX70" fmla="*/ 6023987 w 7154426"/>
              <a:gd name="connsiteY70" fmla="*/ 693336 h 2718079"/>
              <a:gd name="connsiteX71" fmla="*/ 6119446 w 7154426"/>
              <a:gd name="connsiteY71" fmla="*/ 376813 h 2718079"/>
              <a:gd name="connsiteX72" fmla="*/ 6250075 w 7154426"/>
              <a:gd name="connsiteY72" fmla="*/ 612949 h 2718079"/>
              <a:gd name="connsiteX73" fmla="*/ 6325437 w 7154426"/>
              <a:gd name="connsiteY73" fmla="*/ 472272 h 2718079"/>
              <a:gd name="connsiteX74" fmla="*/ 6400800 w 7154426"/>
              <a:gd name="connsiteY74" fmla="*/ 487345 h 2718079"/>
              <a:gd name="connsiteX75" fmla="*/ 6461090 w 7154426"/>
              <a:gd name="connsiteY75" fmla="*/ 823965 h 2718079"/>
              <a:gd name="connsiteX76" fmla="*/ 6546501 w 7154426"/>
              <a:gd name="connsiteY76" fmla="*/ 633046 h 2718079"/>
              <a:gd name="connsiteX77" fmla="*/ 6596743 w 7154426"/>
              <a:gd name="connsiteY77" fmla="*/ 447152 h 2718079"/>
              <a:gd name="connsiteX78" fmla="*/ 6677130 w 7154426"/>
              <a:gd name="connsiteY78" fmla="*/ 532563 h 2718079"/>
              <a:gd name="connsiteX79" fmla="*/ 6742444 w 7154426"/>
              <a:gd name="connsiteY79" fmla="*/ 728505 h 2718079"/>
              <a:gd name="connsiteX80" fmla="*/ 6802734 w 7154426"/>
              <a:gd name="connsiteY80" fmla="*/ 688312 h 2718079"/>
              <a:gd name="connsiteX81" fmla="*/ 6898193 w 7154426"/>
              <a:gd name="connsiteY81" fmla="*/ 748602 h 2718079"/>
              <a:gd name="connsiteX82" fmla="*/ 6958484 w 7154426"/>
              <a:gd name="connsiteY82" fmla="*/ 221064 h 2718079"/>
              <a:gd name="connsiteX83" fmla="*/ 7013749 w 7154426"/>
              <a:gd name="connsiteY83" fmla="*/ 321547 h 2718079"/>
              <a:gd name="connsiteX84" fmla="*/ 7094136 w 7154426"/>
              <a:gd name="connsiteY84" fmla="*/ 35169 h 2718079"/>
              <a:gd name="connsiteX85" fmla="*/ 7154426 w 7154426"/>
              <a:gd name="connsiteY85" fmla="*/ 185894 h 2718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7154426" h="2718079">
                <a:moveTo>
                  <a:pt x="0" y="2195565"/>
                </a:moveTo>
                <a:lnTo>
                  <a:pt x="100484" y="2356338"/>
                </a:lnTo>
                <a:lnTo>
                  <a:pt x="170822" y="2054888"/>
                </a:lnTo>
                <a:lnTo>
                  <a:pt x="231112" y="2080009"/>
                </a:lnTo>
                <a:lnTo>
                  <a:pt x="291402" y="2039815"/>
                </a:lnTo>
                <a:lnTo>
                  <a:pt x="386862" y="2044839"/>
                </a:lnTo>
                <a:lnTo>
                  <a:pt x="437103" y="2069960"/>
                </a:lnTo>
                <a:lnTo>
                  <a:pt x="607925" y="1944356"/>
                </a:lnTo>
                <a:lnTo>
                  <a:pt x="633046" y="2205613"/>
                </a:lnTo>
                <a:lnTo>
                  <a:pt x="713433" y="2135275"/>
                </a:lnTo>
                <a:lnTo>
                  <a:pt x="778747" y="2356338"/>
                </a:lnTo>
                <a:lnTo>
                  <a:pt x="879231" y="2180492"/>
                </a:lnTo>
                <a:lnTo>
                  <a:pt x="949569" y="2280976"/>
                </a:lnTo>
                <a:lnTo>
                  <a:pt x="1009859" y="2069960"/>
                </a:lnTo>
                <a:lnTo>
                  <a:pt x="1080198" y="2291024"/>
                </a:lnTo>
                <a:lnTo>
                  <a:pt x="1150536" y="2150347"/>
                </a:lnTo>
                <a:lnTo>
                  <a:pt x="1235947" y="2230734"/>
                </a:lnTo>
                <a:lnTo>
                  <a:pt x="1266092" y="2366387"/>
                </a:lnTo>
                <a:lnTo>
                  <a:pt x="1391697" y="2476919"/>
                </a:lnTo>
                <a:lnTo>
                  <a:pt x="1492180" y="2718079"/>
                </a:lnTo>
                <a:lnTo>
                  <a:pt x="1567543" y="2522136"/>
                </a:lnTo>
                <a:lnTo>
                  <a:pt x="1627833" y="2059912"/>
                </a:lnTo>
                <a:lnTo>
                  <a:pt x="1763486" y="1783582"/>
                </a:lnTo>
                <a:lnTo>
                  <a:pt x="1914211" y="1703195"/>
                </a:lnTo>
                <a:lnTo>
                  <a:pt x="1974501" y="592853"/>
                </a:lnTo>
                <a:lnTo>
                  <a:pt x="2049864" y="597877"/>
                </a:lnTo>
                <a:lnTo>
                  <a:pt x="2125226" y="854110"/>
                </a:lnTo>
                <a:lnTo>
                  <a:pt x="2195565" y="974690"/>
                </a:lnTo>
                <a:lnTo>
                  <a:pt x="2280976" y="728505"/>
                </a:lnTo>
                <a:lnTo>
                  <a:pt x="2331218" y="321547"/>
                </a:lnTo>
                <a:lnTo>
                  <a:pt x="2391508" y="321547"/>
                </a:lnTo>
                <a:lnTo>
                  <a:pt x="2471895" y="537587"/>
                </a:lnTo>
                <a:lnTo>
                  <a:pt x="2547257" y="512466"/>
                </a:lnTo>
                <a:lnTo>
                  <a:pt x="2622620" y="562708"/>
                </a:lnTo>
                <a:lnTo>
                  <a:pt x="2697982" y="356716"/>
                </a:lnTo>
                <a:lnTo>
                  <a:pt x="2743200" y="35169"/>
                </a:lnTo>
                <a:lnTo>
                  <a:pt x="2823587" y="221064"/>
                </a:lnTo>
                <a:lnTo>
                  <a:pt x="2888901" y="216039"/>
                </a:lnTo>
                <a:lnTo>
                  <a:pt x="2959240" y="452176"/>
                </a:lnTo>
                <a:lnTo>
                  <a:pt x="3059723" y="281354"/>
                </a:lnTo>
                <a:lnTo>
                  <a:pt x="3170255" y="221064"/>
                </a:lnTo>
                <a:lnTo>
                  <a:pt x="3320980" y="0"/>
                </a:lnTo>
                <a:lnTo>
                  <a:pt x="3386295" y="0"/>
                </a:lnTo>
                <a:lnTo>
                  <a:pt x="3577213" y="572756"/>
                </a:lnTo>
                <a:lnTo>
                  <a:pt x="3667648" y="487345"/>
                </a:lnTo>
                <a:lnTo>
                  <a:pt x="3803301" y="331595"/>
                </a:lnTo>
                <a:lnTo>
                  <a:pt x="3918857" y="693336"/>
                </a:lnTo>
                <a:lnTo>
                  <a:pt x="4014316" y="914400"/>
                </a:lnTo>
                <a:lnTo>
                  <a:pt x="4149969" y="472272"/>
                </a:lnTo>
                <a:lnTo>
                  <a:pt x="4290646" y="271305"/>
                </a:lnTo>
                <a:lnTo>
                  <a:pt x="4360985" y="241160"/>
                </a:lnTo>
                <a:lnTo>
                  <a:pt x="4451420" y="542611"/>
                </a:lnTo>
                <a:lnTo>
                  <a:pt x="4551903" y="507442"/>
                </a:lnTo>
                <a:lnTo>
                  <a:pt x="4712677" y="251209"/>
                </a:lnTo>
                <a:lnTo>
                  <a:pt x="4868426" y="477297"/>
                </a:lnTo>
                <a:lnTo>
                  <a:pt x="4928716" y="648119"/>
                </a:lnTo>
                <a:lnTo>
                  <a:pt x="4989007" y="638070"/>
                </a:lnTo>
                <a:lnTo>
                  <a:pt x="5069393" y="502417"/>
                </a:lnTo>
                <a:lnTo>
                  <a:pt x="5134708" y="65314"/>
                </a:lnTo>
                <a:lnTo>
                  <a:pt x="5215095" y="155749"/>
                </a:lnTo>
                <a:lnTo>
                  <a:pt x="5280409" y="80387"/>
                </a:lnTo>
                <a:lnTo>
                  <a:pt x="5335675" y="246185"/>
                </a:lnTo>
                <a:lnTo>
                  <a:pt x="5406013" y="291402"/>
                </a:lnTo>
                <a:lnTo>
                  <a:pt x="5486400" y="256233"/>
                </a:lnTo>
                <a:lnTo>
                  <a:pt x="5566787" y="256233"/>
                </a:lnTo>
                <a:lnTo>
                  <a:pt x="5627077" y="417006"/>
                </a:lnTo>
                <a:lnTo>
                  <a:pt x="5697415" y="361741"/>
                </a:lnTo>
                <a:lnTo>
                  <a:pt x="5757706" y="693336"/>
                </a:lnTo>
                <a:lnTo>
                  <a:pt x="5817996" y="803868"/>
                </a:lnTo>
                <a:lnTo>
                  <a:pt x="5983793" y="381837"/>
                </a:lnTo>
                <a:lnTo>
                  <a:pt x="6023987" y="693336"/>
                </a:lnTo>
                <a:lnTo>
                  <a:pt x="6119446" y="376813"/>
                </a:lnTo>
                <a:lnTo>
                  <a:pt x="6250075" y="612949"/>
                </a:lnTo>
                <a:lnTo>
                  <a:pt x="6325437" y="472272"/>
                </a:lnTo>
                <a:lnTo>
                  <a:pt x="6400800" y="487345"/>
                </a:lnTo>
                <a:lnTo>
                  <a:pt x="6461090" y="823965"/>
                </a:lnTo>
                <a:lnTo>
                  <a:pt x="6546501" y="633046"/>
                </a:lnTo>
                <a:lnTo>
                  <a:pt x="6596743" y="447152"/>
                </a:lnTo>
                <a:lnTo>
                  <a:pt x="6677130" y="532563"/>
                </a:lnTo>
                <a:lnTo>
                  <a:pt x="6742444" y="728505"/>
                </a:lnTo>
                <a:lnTo>
                  <a:pt x="6802734" y="688312"/>
                </a:lnTo>
                <a:lnTo>
                  <a:pt x="6898193" y="748602"/>
                </a:lnTo>
                <a:lnTo>
                  <a:pt x="6958484" y="221064"/>
                </a:lnTo>
                <a:lnTo>
                  <a:pt x="7013749" y="321547"/>
                </a:lnTo>
                <a:lnTo>
                  <a:pt x="7094136" y="35169"/>
                </a:lnTo>
                <a:lnTo>
                  <a:pt x="7154426" y="185894"/>
                </a:lnTo>
              </a:path>
            </a:pathLst>
          </a:custGeom>
          <a:noFill/>
          <a:ln w="28575" cap="rnd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BFB51F-BE0F-484A-B252-8AFAE64DADC2}"/>
              </a:ext>
            </a:extLst>
          </p:cNvPr>
          <p:cNvSpPr txBox="1"/>
          <p:nvPr/>
        </p:nvSpPr>
        <p:spPr>
          <a:xfrm>
            <a:off x="9084797" y="4652404"/>
            <a:ext cx="718820" cy="21842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400" b="1" dirty="0">
                <a:solidFill>
                  <a:schemeClr val="accent4"/>
                </a:solidFill>
              </a:rPr>
              <a:t>Series 4</a:t>
            </a:r>
            <a:endParaRPr lang="en-US" sz="1600" b="1" dirty="0">
              <a:solidFill>
                <a:schemeClr val="accent4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A7C8B0-05D0-4BE6-89A9-24A641EF5A2D}"/>
              </a:ext>
            </a:extLst>
          </p:cNvPr>
          <p:cNvSpPr txBox="1"/>
          <p:nvPr/>
        </p:nvSpPr>
        <p:spPr>
          <a:xfrm>
            <a:off x="1437865" y="5627392"/>
            <a:ext cx="439911" cy="2053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1000" dirty="0">
                <a:solidFill>
                  <a:schemeClr val="tx2"/>
                </a:solidFill>
              </a:rPr>
              <a:t>20XX</a:t>
            </a:r>
            <a:endParaRPr lang="en-AU" sz="1000" dirty="0" err="1">
              <a:solidFill>
                <a:schemeClr val="tx2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98A35C-0D91-40AD-B025-AA819AE5C5CD}"/>
              </a:ext>
            </a:extLst>
          </p:cNvPr>
          <p:cNvSpPr txBox="1"/>
          <p:nvPr/>
        </p:nvSpPr>
        <p:spPr>
          <a:xfrm>
            <a:off x="2878045" y="5627392"/>
            <a:ext cx="439911" cy="2053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1000" dirty="0">
                <a:solidFill>
                  <a:schemeClr val="tx2"/>
                </a:solidFill>
              </a:rPr>
              <a:t>20XX</a:t>
            </a:r>
            <a:endParaRPr lang="en-AU" sz="1000" dirty="0" err="1">
              <a:solidFill>
                <a:schemeClr val="tx2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874344-A14C-4801-BA42-B0F1CDA0155E}"/>
              </a:ext>
            </a:extLst>
          </p:cNvPr>
          <p:cNvSpPr txBox="1"/>
          <p:nvPr/>
        </p:nvSpPr>
        <p:spPr>
          <a:xfrm>
            <a:off x="4318225" y="5627392"/>
            <a:ext cx="439911" cy="2053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1000" dirty="0">
                <a:solidFill>
                  <a:schemeClr val="tx2"/>
                </a:solidFill>
              </a:rPr>
              <a:t>20XX</a:t>
            </a:r>
            <a:endParaRPr lang="en-AU" sz="1000" dirty="0" err="1">
              <a:solidFill>
                <a:schemeClr val="tx2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8D8A359-D2B8-4020-8307-1A712817AADB}"/>
              </a:ext>
            </a:extLst>
          </p:cNvPr>
          <p:cNvSpPr txBox="1"/>
          <p:nvPr/>
        </p:nvSpPr>
        <p:spPr>
          <a:xfrm>
            <a:off x="5758405" y="5627392"/>
            <a:ext cx="439911" cy="2053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1000" dirty="0">
                <a:solidFill>
                  <a:schemeClr val="tx2"/>
                </a:solidFill>
              </a:rPr>
              <a:t>20XX</a:t>
            </a:r>
            <a:endParaRPr lang="en-AU" sz="1000" dirty="0" err="1">
              <a:solidFill>
                <a:schemeClr val="tx2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F744998-965A-4374-98EE-C747CA7C11DF}"/>
              </a:ext>
            </a:extLst>
          </p:cNvPr>
          <p:cNvSpPr txBox="1"/>
          <p:nvPr/>
        </p:nvSpPr>
        <p:spPr>
          <a:xfrm>
            <a:off x="7198585" y="5627392"/>
            <a:ext cx="439911" cy="2053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1000" dirty="0">
                <a:solidFill>
                  <a:schemeClr val="tx2"/>
                </a:solidFill>
              </a:rPr>
              <a:t>20XX</a:t>
            </a:r>
            <a:endParaRPr lang="en-AU" sz="1000" dirty="0" err="1">
              <a:solidFill>
                <a:schemeClr val="tx2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8CFCFF3-D318-4B6F-A1C2-6B8943D4EBB7}"/>
              </a:ext>
            </a:extLst>
          </p:cNvPr>
          <p:cNvSpPr txBox="1"/>
          <p:nvPr/>
        </p:nvSpPr>
        <p:spPr>
          <a:xfrm>
            <a:off x="8638764" y="5627392"/>
            <a:ext cx="439911" cy="2053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1000" dirty="0">
                <a:solidFill>
                  <a:schemeClr val="tx2"/>
                </a:solidFill>
              </a:rPr>
              <a:t>20XX</a:t>
            </a:r>
            <a:endParaRPr lang="en-AU" sz="10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130831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0A60B-7AE2-46A9-6007-516BD42F8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7D70388-122F-9A9C-C6C3-85CD7B0E1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Dark left - sample layout with table</a:t>
            </a:r>
            <a:endParaRPr lang="en-AU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C52B32D-24FD-F700-0CCE-1AFBA945D2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Slide subtitle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DA9AF57-E01D-A572-64B1-4E773F5DD27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6726" y="6096000"/>
            <a:ext cx="3150233" cy="617537"/>
          </a:xfrm>
        </p:spPr>
        <p:txBody>
          <a:bodyPr/>
          <a:lstStyle/>
          <a:p>
            <a:r>
              <a:rPr lang="en-US"/>
              <a:t>Insert source text here lorem ipsum dolor sit amet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59236A0-D619-4CE3-4BD4-91F82AB847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r>
              <a:rPr lang="en-US" dirty="0"/>
              <a:t>Body text Arial size 14</a:t>
            </a:r>
          </a:p>
          <a:p>
            <a:r>
              <a:rPr lang="en-US" dirty="0"/>
              <a:t>Insert text by directly typing </a:t>
            </a:r>
            <a:br>
              <a:rPr lang="en-US" dirty="0"/>
            </a:br>
            <a:r>
              <a:rPr lang="en-US" dirty="0"/>
              <a:t>into the content placeholder</a:t>
            </a:r>
          </a:p>
          <a:p>
            <a:r>
              <a:rPr lang="en-US" dirty="0"/>
              <a:t>Alternatively, select one of the icons </a:t>
            </a:r>
            <a:br>
              <a:rPr lang="en-US" dirty="0"/>
            </a:br>
            <a:r>
              <a:rPr lang="en-US" dirty="0"/>
              <a:t>in the </a:t>
            </a:r>
            <a:r>
              <a:rPr lang="en-US" dirty="0" err="1"/>
              <a:t>centre</a:t>
            </a:r>
            <a:r>
              <a:rPr lang="en-US" dirty="0"/>
              <a:t> of the content placeholder to insert desired content type</a:t>
            </a:r>
          </a:p>
          <a:p>
            <a:r>
              <a:rPr lang="en-US" dirty="0"/>
              <a:t>Bullet level one looks likes this</a:t>
            </a:r>
          </a:p>
          <a:p>
            <a:pPr lvl="1"/>
            <a:r>
              <a:rPr lang="en-US" dirty="0"/>
              <a:t>This is bullet level 2 (size 12)</a:t>
            </a:r>
          </a:p>
          <a:p>
            <a:pPr lvl="2"/>
            <a:r>
              <a:rPr lang="en-US" dirty="0"/>
              <a:t>This is bullet level 3 (size 11)</a:t>
            </a:r>
          </a:p>
        </p:txBody>
      </p:sp>
      <p:graphicFrame>
        <p:nvGraphicFramePr>
          <p:cNvPr id="5" name="Table 12">
            <a:extLst>
              <a:ext uri="{FF2B5EF4-FFF2-40B4-BE49-F238E27FC236}">
                <a16:creationId xmlns:a16="http://schemas.microsoft.com/office/drawing/2014/main" id="{2385A2CD-182A-ADFE-2F77-821BC28CE71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96111273"/>
              </p:ext>
            </p:extLst>
          </p:nvPr>
        </p:nvGraphicFramePr>
        <p:xfrm>
          <a:off x="4497386" y="1442085"/>
          <a:ext cx="7227888" cy="4317995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4770121">
                  <a:extLst>
                    <a:ext uri="{9D8B030D-6E8A-4147-A177-3AD203B41FA5}">
                      <a16:colId xmlns:a16="http://schemas.microsoft.com/office/drawing/2014/main" val="4070986834"/>
                    </a:ext>
                  </a:extLst>
                </a:gridCol>
                <a:gridCol w="2457767">
                  <a:extLst>
                    <a:ext uri="{9D8B030D-6E8A-4147-A177-3AD203B41FA5}">
                      <a16:colId xmlns:a16="http://schemas.microsoft.com/office/drawing/2014/main" val="2881419392"/>
                    </a:ext>
                  </a:extLst>
                </a:gridCol>
              </a:tblGrid>
              <a:tr h="392545">
                <a:tc>
                  <a:txBody>
                    <a:bodyPr/>
                    <a:lstStyle/>
                    <a:p>
                      <a:r>
                        <a:rPr lang="en-AU" sz="1600" dirty="0">
                          <a:solidFill>
                            <a:schemeClr val="bg1"/>
                          </a:solidFill>
                        </a:rPr>
                        <a:t>Left align text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600" dirty="0">
                          <a:solidFill>
                            <a:schemeClr val="bg1"/>
                          </a:solidFill>
                        </a:rPr>
                        <a:t>Right align numbers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5371672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221298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>
                      <a:noFill/>
                    </a:lnT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2104001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341207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5168481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16617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074304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22606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700892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Lorem ipsum dolor sit amet, consectetuer adipiscing elit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1234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368253"/>
                  </a:ext>
                </a:extLst>
              </a:tr>
              <a:tr h="3925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Maecenas porttitor congue </a:t>
                      </a:r>
                      <a:r>
                        <a:rPr lang="en-AU" sz="1400" dirty="0" err="1">
                          <a:solidFill>
                            <a:schemeClr val="tx2"/>
                          </a:solidFill>
                        </a:rPr>
                        <a:t>massa</a:t>
                      </a:r>
                      <a:endParaRPr lang="en-AU" sz="14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400" dirty="0">
                          <a:solidFill>
                            <a:schemeClr val="tx2"/>
                          </a:solidFill>
                        </a:rPr>
                        <a:t>5678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CCCE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3214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320345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C0D6F-6725-A90F-91FA-90B920D2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06BD58A-2554-4114-0DB5-16148180F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Title on the side </a:t>
            </a:r>
            <a:br>
              <a:rPr lang="en-US" b="1" dirty="0"/>
            </a:br>
            <a:r>
              <a:rPr lang="en-US" b="1" dirty="0"/>
              <a:t>sample layout</a:t>
            </a:r>
            <a:endParaRPr lang="en-AU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4D38AF7-51CD-0143-68A5-AA10520736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/>
              <a:t>Slide subtitle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B0FBB3B-BE15-943F-8887-59774533281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6726" y="6096000"/>
            <a:ext cx="3150233" cy="617537"/>
          </a:xfrm>
        </p:spPr>
        <p:txBody>
          <a:bodyPr/>
          <a:lstStyle/>
          <a:p>
            <a:r>
              <a:rPr lang="en-US" dirty="0"/>
              <a:t>Insert source text here 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05050AF-E13F-8A77-40F9-9305259B0ED4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r>
              <a:rPr lang="en-US" dirty="0"/>
              <a:t>Body text Arial size 14</a:t>
            </a:r>
          </a:p>
          <a:p>
            <a:r>
              <a:rPr lang="en-US" dirty="0"/>
              <a:t>Insert text by directly typing </a:t>
            </a:r>
            <a:br>
              <a:rPr lang="en-US" dirty="0"/>
            </a:br>
            <a:r>
              <a:rPr lang="en-US" dirty="0"/>
              <a:t>into the content placeholder</a:t>
            </a:r>
          </a:p>
          <a:p>
            <a:r>
              <a:rPr lang="en-US" dirty="0"/>
              <a:t>Alternatively, select one of the icons </a:t>
            </a:r>
            <a:br>
              <a:rPr lang="en-US" dirty="0"/>
            </a:br>
            <a:r>
              <a:rPr lang="en-US" dirty="0"/>
              <a:t>in the </a:t>
            </a:r>
            <a:r>
              <a:rPr lang="en-US" dirty="0" err="1"/>
              <a:t>centre</a:t>
            </a:r>
            <a:r>
              <a:rPr lang="en-US" dirty="0"/>
              <a:t> of the content placeholder to insert desired content type</a:t>
            </a:r>
          </a:p>
          <a:p>
            <a:r>
              <a:rPr lang="en-US" dirty="0"/>
              <a:t>Bullet level one looks likes this</a:t>
            </a:r>
          </a:p>
          <a:p>
            <a:pPr lvl="1"/>
            <a:r>
              <a:rPr lang="en-US" dirty="0"/>
              <a:t>This is bullet level 2 (size 12)</a:t>
            </a:r>
          </a:p>
          <a:p>
            <a:pPr lvl="2"/>
            <a:r>
              <a:rPr lang="en-US" dirty="0"/>
              <a:t>This is bullet level 3 (size 11)</a:t>
            </a:r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48B6DE5E-17CA-7D4F-A6F8-B3B6DFE6146E}"/>
              </a:ext>
            </a:extLst>
          </p:cNvPr>
          <p:cNvGraphicFramePr>
            <a:graphicFrameLocks noGrp="1"/>
          </p:cNvGraphicFramePr>
          <p:nvPr>
            <p:ph sz="quarter" idx="19"/>
          </p:nvPr>
        </p:nvGraphicFramePr>
        <p:xfrm>
          <a:off x="4652963" y="1609725"/>
          <a:ext cx="7070725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2F45DECC-020B-ADF8-3D41-45448B2022C7}"/>
              </a:ext>
            </a:extLst>
          </p:cNvPr>
          <p:cNvSpPr txBox="1"/>
          <p:nvPr/>
        </p:nvSpPr>
        <p:spPr>
          <a:xfrm>
            <a:off x="5063392" y="2407631"/>
            <a:ext cx="493395" cy="1567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000" b="1">
                <a:solidFill>
                  <a:schemeClr val="bg1"/>
                </a:solidFill>
              </a:rPr>
              <a:t>Series 1</a:t>
            </a:r>
            <a:endParaRPr lang="en-US" sz="1050" b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11525F-BF05-2340-1F32-EF7164A58D87}"/>
              </a:ext>
            </a:extLst>
          </p:cNvPr>
          <p:cNvSpPr txBox="1"/>
          <p:nvPr/>
        </p:nvSpPr>
        <p:spPr>
          <a:xfrm>
            <a:off x="5504180" y="3628727"/>
            <a:ext cx="493395" cy="1567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000" b="1">
                <a:solidFill>
                  <a:schemeClr val="accent2"/>
                </a:solidFill>
              </a:rPr>
              <a:t>Series 2</a:t>
            </a:r>
            <a:endParaRPr lang="en-US" sz="1050" b="1">
              <a:solidFill>
                <a:schemeClr val="accent2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2B4D06-99B0-FDF0-D7B5-4DD6C0C866F0}"/>
              </a:ext>
            </a:extLst>
          </p:cNvPr>
          <p:cNvSpPr txBox="1"/>
          <p:nvPr/>
        </p:nvSpPr>
        <p:spPr>
          <a:xfrm>
            <a:off x="5840855" y="3856075"/>
            <a:ext cx="493395" cy="1567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spcAft>
                <a:spcPts val="1800"/>
              </a:spcAft>
            </a:pPr>
            <a:r>
              <a:rPr lang="en-US" sz="1000" b="1">
                <a:solidFill>
                  <a:schemeClr val="accent5"/>
                </a:solidFill>
              </a:rPr>
              <a:t>Series 3</a:t>
            </a:r>
            <a:endParaRPr lang="en-US" sz="1050" b="1">
              <a:solidFill>
                <a:schemeClr val="accent5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89ABC4-D52B-5DA6-4ECD-468AD2F11F3A}"/>
              </a:ext>
            </a:extLst>
          </p:cNvPr>
          <p:cNvSpPr txBox="1"/>
          <p:nvPr/>
        </p:nvSpPr>
        <p:spPr>
          <a:xfrm>
            <a:off x="4737502" y="1609725"/>
            <a:ext cx="3330173" cy="34131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>
                <a:solidFill>
                  <a:schemeClr val="accent2"/>
                </a:solidFill>
                <a:latin typeface="+mj-lt"/>
              </a:rPr>
              <a:t>Chart title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0957AE8-55A5-0126-43F6-F45966368717}"/>
              </a:ext>
            </a:extLst>
          </p:cNvPr>
          <p:cNvGrpSpPr/>
          <p:nvPr/>
        </p:nvGrpSpPr>
        <p:grpSpPr>
          <a:xfrm>
            <a:off x="10057682" y="1174450"/>
            <a:ext cx="1666006" cy="959433"/>
            <a:chOff x="10057682" y="1557038"/>
            <a:chExt cx="1666006" cy="95943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201FB46-44AC-F906-E94A-71BC56AFB6A2}"/>
                </a:ext>
              </a:extLst>
            </p:cNvPr>
            <p:cNvGrpSpPr/>
            <p:nvPr/>
          </p:nvGrpSpPr>
          <p:grpSpPr>
            <a:xfrm>
              <a:off x="10057682" y="1557038"/>
              <a:ext cx="1666006" cy="816275"/>
              <a:chOff x="7058894" y="1266525"/>
              <a:chExt cx="1666006" cy="816275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989FC0E-644F-9019-01BF-2F29FC11F4E6}"/>
                  </a:ext>
                </a:extLst>
              </p:cNvPr>
              <p:cNvSpPr/>
              <p:nvPr/>
            </p:nvSpPr>
            <p:spPr>
              <a:xfrm>
                <a:off x="7058894" y="1266525"/>
                <a:ext cx="1666006" cy="816275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F4B9D97-CFD6-8DC8-2E2B-6CE55F3B0100}"/>
                  </a:ext>
                </a:extLst>
              </p:cNvPr>
              <p:cNvSpPr txBox="1"/>
              <p:nvPr/>
            </p:nvSpPr>
            <p:spPr>
              <a:xfrm>
                <a:off x="7369875" y="1464185"/>
                <a:ext cx="1023471" cy="44075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en-US" sz="1400">
                    <a:solidFill>
                      <a:schemeClr val="bg1"/>
                    </a:solidFill>
                  </a:rPr>
                  <a:t>Insert call out text here</a:t>
                </a:r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C62465A-F2AB-FADA-C592-200D56C292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8306" y="2263243"/>
              <a:ext cx="0" cy="253228"/>
            </a:xfrm>
            <a:prstGeom prst="line">
              <a:avLst/>
            </a:prstGeom>
            <a:ln w="12700" cap="rnd">
              <a:solidFill>
                <a:schemeClr val="accent5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0354675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E5CEDE-7A73-4126-983F-9D75BC05E5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Insert quote or statement lorem ipsum dolor sit </a:t>
            </a:r>
            <a:br>
              <a:rPr lang="en-US" dirty="0"/>
            </a:b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consectetuer</a:t>
            </a:r>
            <a:endParaRPr lang="en-A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4C500D-EB59-4D38-A64F-45F5C398A87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AU" dirty="0"/>
              <a:t>Insert quote source text here</a:t>
            </a:r>
          </a:p>
        </p:txBody>
      </p:sp>
    </p:spTree>
    <p:extLst>
      <p:ext uri="{BB962C8B-B14F-4D97-AF65-F5344CB8AC3E}">
        <p14:creationId xmlns:p14="http://schemas.microsoft.com/office/powerpoint/2010/main" val="214250800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E5CEDE-7A73-4126-983F-9D75BC05E5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Insert quote or statement lorem ipsum dolor sit </a:t>
            </a:r>
            <a:br>
              <a:rPr lang="en-US" dirty="0"/>
            </a:b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consectetuer</a:t>
            </a:r>
            <a:endParaRPr lang="en-A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4C500D-EB59-4D38-A64F-45F5C398A87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AU" dirty="0"/>
              <a:t>Insert quote source text here</a:t>
            </a:r>
          </a:p>
        </p:txBody>
      </p:sp>
    </p:spTree>
    <p:extLst>
      <p:ext uri="{BB962C8B-B14F-4D97-AF65-F5344CB8AC3E}">
        <p14:creationId xmlns:p14="http://schemas.microsoft.com/office/powerpoint/2010/main" val="128615368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43E7C4-11D2-8D27-B65A-896D90D94A50}"/>
              </a:ext>
            </a:extLst>
          </p:cNvPr>
          <p:cNvSpPr txBox="1"/>
          <p:nvPr/>
        </p:nvSpPr>
        <p:spPr>
          <a:xfrm>
            <a:off x="7223760" y="129159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12884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0D102D-505F-42AB-93E4-7B0C0B71F3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17875" y="2435125"/>
            <a:ext cx="5556251" cy="2538254"/>
          </a:xfrm>
        </p:spPr>
        <p:txBody>
          <a:bodyPr/>
          <a:lstStyle/>
          <a:p>
            <a:r>
              <a:rPr lang="en-US" b="1" dirty="0"/>
              <a:t>Questions</a:t>
            </a:r>
            <a:endParaRPr lang="en-AU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1C5FC8-20B6-0966-3C97-2ED14402F742}"/>
              </a:ext>
            </a:extLst>
          </p:cNvPr>
          <p:cNvSpPr txBox="1"/>
          <p:nvPr/>
        </p:nvSpPr>
        <p:spPr>
          <a:xfrm>
            <a:off x="6849687" y="-1230284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755025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3260013"/>
      </p:ext>
    </p:extLst>
  </p:cSld>
  <p:clrMapOvr>
    <a:masterClrMapping/>
  </p:clrMapOvr>
</p:sld>
</file>

<file path=ppt/theme/theme1.xml><?xml version="1.0" encoding="utf-8"?>
<a:theme xmlns:a="http://schemas.openxmlformats.org/drawingml/2006/main" name="Shift Masterbrand template">
  <a:themeElements>
    <a:clrScheme name="Get Capital">
      <a:dk1>
        <a:sysClr val="windowText" lastClr="000000"/>
      </a:dk1>
      <a:lt1>
        <a:sysClr val="window" lastClr="FFFFFF"/>
      </a:lt1>
      <a:dk2>
        <a:srgbClr val="1E3641"/>
      </a:dk2>
      <a:lt2>
        <a:srgbClr val="EEEEEE"/>
      </a:lt2>
      <a:accent1>
        <a:srgbClr val="1E3641"/>
      </a:accent1>
      <a:accent2>
        <a:srgbClr val="00B7C1"/>
      </a:accent2>
      <a:accent3>
        <a:srgbClr val="20475B"/>
      </a:accent3>
      <a:accent4>
        <a:srgbClr val="849298"/>
      </a:accent4>
      <a:accent5>
        <a:srgbClr val="EEA616"/>
      </a:accent5>
      <a:accent6>
        <a:srgbClr val="F4C973"/>
      </a:accent6>
      <a:hlink>
        <a:srgbClr val="00B7C1"/>
      </a:hlink>
      <a:folHlink>
        <a:srgbClr val="1E364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lIns="0" tIns="0" rIns="0" bIns="0" rtlCol="0" anchor="ctr"/>
      <a:lstStyle>
        <a:defPPr algn="ctr">
          <a:spcAft>
            <a:spcPts val="1200"/>
          </a:spcAft>
          <a:defRPr sz="1400"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Aft>
            <a:spcPts val="1200"/>
          </a:spcAft>
          <a:defRPr sz="14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A75DD9546C754DB958D7077A90F09F" ma:contentTypeVersion="15" ma:contentTypeDescription="Create a new document." ma:contentTypeScope="" ma:versionID="647fd0c78808c1dd5a204998d2cbcfaf">
  <xsd:schema xmlns:xsd="http://www.w3.org/2001/XMLSchema" xmlns:xs="http://www.w3.org/2001/XMLSchema" xmlns:p="http://schemas.microsoft.com/office/2006/metadata/properties" xmlns:ns2="d880fe4c-76c8-4dbb-ac6d-5e84bbe3f4fc" xmlns:ns3="a7a517cb-275a-4e40-ac7b-b0cdcbd5986b" targetNamespace="http://schemas.microsoft.com/office/2006/metadata/properties" ma:root="true" ma:fieldsID="d4576e6c1ad0d84beda6382280f79be8" ns2:_="" ns3:_="">
    <xsd:import namespace="d880fe4c-76c8-4dbb-ac6d-5e84bbe3f4fc"/>
    <xsd:import namespace="a7a517cb-275a-4e40-ac7b-b0cdcbd598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80fe4c-76c8-4dbb-ac6d-5e84bbe3f4f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62a668c7-9731-46f0-a8db-eca3ed97f06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a517cb-275a-4e40-ac7b-b0cdcbd5986b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940f1a5-3bf3-4613-b5de-b57bcb46a704}" ma:internalName="TaxCatchAll" ma:showField="CatchAllData" ma:web="a7a517cb-275a-4e40-ac7b-b0cdcbd5986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7a517cb-275a-4e40-ac7b-b0cdcbd5986b" xsi:nil="true"/>
    <lcf76f155ced4ddcb4097134ff3c332f xmlns="d880fe4c-76c8-4dbb-ac6d-5e84bbe3f4fc">
      <Terms xmlns="http://schemas.microsoft.com/office/infopath/2007/PartnerControls"/>
    </lcf76f155ced4ddcb4097134ff3c332f>
    <SharedWithUsers xmlns="a7a517cb-275a-4e40-ac7b-b0cdcbd5986b">
      <UserInfo>
        <DisplayName>Charith Sooriyaarachchi</DisplayName>
        <AccountId>188</AccountId>
        <AccountType/>
      </UserInfo>
      <UserInfo>
        <DisplayName>Shift Members</DisplayName>
        <AccountId>918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96AFB2EE-DC4B-4741-B009-F29837575C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F237705-2EE2-4228-AA70-8A1C1D5379B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80fe4c-76c8-4dbb-ac6d-5e84bbe3f4fc"/>
    <ds:schemaRef ds:uri="a7a517cb-275a-4e40-ac7b-b0cdcbd598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431222-97F8-4639-996E-F288073F31B5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a7a517cb-275a-4e40-ac7b-b0cdcbd5986b"/>
    <ds:schemaRef ds:uri="http://purl.org/dc/dcmitype/"/>
    <ds:schemaRef ds:uri="http://purl.org/dc/terms/"/>
    <ds:schemaRef ds:uri="http://schemas.microsoft.com/office/infopath/2007/PartnerControls"/>
    <ds:schemaRef ds:uri="d880fe4c-76c8-4dbb-ac6d-5e84bbe3f4fc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1864</TotalTime>
  <Words>9589</Words>
  <Application>Microsoft Macintosh PowerPoint</Application>
  <PresentationFormat>Widescreen</PresentationFormat>
  <Paragraphs>1487</Paragraphs>
  <Slides>112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6" baseType="lpstr">
      <vt:lpstr>Arial</vt:lpstr>
      <vt:lpstr>Calibri</vt:lpstr>
      <vt:lpstr>Libre Franklin</vt:lpstr>
      <vt:lpstr>Shift Masterbrand template</vt:lpstr>
      <vt:lpstr>Diagrams that make sense – C4 Model</vt:lpstr>
      <vt:lpstr>Speaker Intro</vt:lpstr>
      <vt:lpstr>Agenda</vt:lpstr>
      <vt:lpstr>Why do we even need C4?</vt:lpstr>
      <vt:lpstr>PowerPoint Presentation</vt:lpstr>
      <vt:lpstr>Let’s play a Game</vt:lpstr>
      <vt:lpstr>PowerPoint Presentation</vt:lpstr>
      <vt:lpstr>PowerPoint Presentation</vt:lpstr>
      <vt:lpstr>PowerPoint Presentation</vt:lpstr>
      <vt:lpstr>What’s wrong with the previous diagrams?</vt:lpstr>
      <vt:lpstr>What’s wrong with the previous diagrams?</vt:lpstr>
      <vt:lpstr>What’s wrong with the previous diagrams?</vt:lpstr>
      <vt:lpstr>What’s wrong with the previous diagrams?</vt:lpstr>
      <vt:lpstr>Common Problems with System Diagrams </vt:lpstr>
      <vt:lpstr>Common Problems with System Diagrams </vt:lpstr>
      <vt:lpstr>So what is C4?</vt:lpstr>
      <vt:lpstr>So what is C4?</vt:lpstr>
      <vt:lpstr>So what is C4?</vt:lpstr>
      <vt:lpstr>So what is C4 (really)? </vt:lpstr>
      <vt:lpstr>What is C4 isn’t </vt:lpstr>
      <vt:lpstr>C4 in a nutshell (TLDR)</vt:lpstr>
      <vt:lpstr>So what are the 4 Cs in C4?</vt:lpstr>
      <vt:lpstr>But before we dive deeper …. </vt:lpstr>
      <vt:lpstr>But before we dive deeper …. </vt:lpstr>
      <vt:lpstr>But before we dive deeper …. </vt:lpstr>
      <vt:lpstr>But before we dive deeper …. </vt:lpstr>
      <vt:lpstr>But before we dive deeper …. </vt:lpstr>
      <vt:lpstr>… and some other key features</vt:lpstr>
      <vt:lpstr>L1 - Context (or System Context)</vt:lpstr>
      <vt:lpstr>L1 - Context (or System Context)</vt:lpstr>
      <vt:lpstr>L1 - What is the point of diagrams simple as L1?</vt:lpstr>
      <vt:lpstr>L1 - Context (or System Context)</vt:lpstr>
      <vt:lpstr>L2 - Container</vt:lpstr>
      <vt:lpstr>L2 - Container</vt:lpstr>
      <vt:lpstr>L2 - Container</vt:lpstr>
      <vt:lpstr>L3 - Component</vt:lpstr>
      <vt:lpstr>L3 – Component Level (Key Points)</vt:lpstr>
      <vt:lpstr>L3 – Component Level (Key Points)</vt:lpstr>
      <vt:lpstr>L3 - Component</vt:lpstr>
      <vt:lpstr>L4 - Code</vt:lpstr>
      <vt:lpstr>L4 – Code (Keypoints)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But before we dive deeper …. </vt:lpstr>
      <vt:lpstr>But before we dive deeper …. </vt:lpstr>
      <vt:lpstr>But before we dive deeper …. </vt:lpstr>
      <vt:lpstr>So what are the 4 Cs in C4?</vt:lpstr>
      <vt:lpstr>So what are the 4 Cs in C4?</vt:lpstr>
      <vt:lpstr>So what are the 4 Cs in C4?</vt:lpstr>
      <vt:lpstr>So what are the 4 Cs in C4?</vt:lpstr>
      <vt:lpstr>So what are the 4 Cs in C4?</vt:lpstr>
      <vt:lpstr>So what are the 4 Cs in C4?</vt:lpstr>
      <vt:lpstr>PowerPoint Presentation</vt:lpstr>
      <vt:lpstr>PowerPoint Presentation</vt:lpstr>
      <vt:lpstr>Why do we even need C4?</vt:lpstr>
      <vt:lpstr>Why do we even need C4?</vt:lpstr>
      <vt:lpstr>Why do we even need C4?</vt:lpstr>
      <vt:lpstr>Why do we even need C4?</vt:lpstr>
      <vt:lpstr>Why do we even need C4?</vt:lpstr>
      <vt:lpstr>Why do we even need C4?</vt:lpstr>
      <vt:lpstr>Why do we even need C4?</vt:lpstr>
      <vt:lpstr>Agenda</vt:lpstr>
      <vt:lpstr>Agenda</vt:lpstr>
      <vt:lpstr>Agenda</vt:lpstr>
      <vt:lpstr>Section header  Option 2</vt:lpstr>
      <vt:lpstr>Title and content with footer</vt:lpstr>
      <vt:lpstr>Title and content lozenge</vt:lpstr>
      <vt:lpstr>Title and two content with footer</vt:lpstr>
      <vt:lpstr>Title and two content</vt:lpstr>
      <vt:lpstr>Title and two content lozenge</vt:lpstr>
      <vt:lpstr>Title and two content  title over two lines</vt:lpstr>
      <vt:lpstr>Title and three content</vt:lpstr>
      <vt:lpstr>Title and three content lozenge</vt:lpstr>
      <vt:lpstr>Title and four content</vt:lpstr>
      <vt:lpstr>Title and four content quadrants</vt:lpstr>
      <vt:lpstr>Map</vt:lpstr>
      <vt:lpstr>Map</vt:lpstr>
      <vt:lpstr>Timeline</vt:lpstr>
      <vt:lpstr>Timeline</vt:lpstr>
      <vt:lpstr>Timeline</vt:lpstr>
      <vt:lpstr>Timeline</vt:lpstr>
      <vt:lpstr>Title only midnight blue</vt:lpstr>
      <vt:lpstr>Title and table</vt:lpstr>
      <vt:lpstr>Title and table</vt:lpstr>
      <vt:lpstr>Dark top - sample layout with table</vt:lpstr>
      <vt:lpstr>Two tables </vt:lpstr>
      <vt:lpstr>Title and chart</vt:lpstr>
      <vt:lpstr>Title and chart</vt:lpstr>
      <vt:lpstr>Title and chart</vt:lpstr>
      <vt:lpstr>Two charts</vt:lpstr>
      <vt:lpstr>Three charts</vt:lpstr>
      <vt:lpstr>Four number</vt:lpstr>
      <vt:lpstr>Three icon</vt:lpstr>
      <vt:lpstr>Three icon</vt:lpstr>
      <vt:lpstr>Four icon</vt:lpstr>
      <vt:lpstr>Shift value icons</vt:lpstr>
      <vt:lpstr>Grey right - sample layout with icons</vt:lpstr>
      <vt:lpstr>Icons</vt:lpstr>
      <vt:lpstr>Grey left – sample layout with images</vt:lpstr>
      <vt:lpstr>Dark bottom - sample layout with chart and footer</vt:lpstr>
      <vt:lpstr>Grey bottom - sample layout with chart</vt:lpstr>
      <vt:lpstr>Dark left - sample layout with table</vt:lpstr>
      <vt:lpstr>Title on the side  sample layout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Creatik Accounts</dc:creator>
  <cp:lastModifiedBy>Francis Chung</cp:lastModifiedBy>
  <cp:revision>169</cp:revision>
  <dcterms:created xsi:type="dcterms:W3CDTF">2021-05-10T23:10:43Z</dcterms:created>
  <dcterms:modified xsi:type="dcterms:W3CDTF">2025-05-20T10:05:26Z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0x010100D4A75DD9546C754DB958D7077A90F09F</vt:lpwstr>
  </property>
  <property fmtid="{D5CDD505-2E9C-101B-9397-08002B2CF9AE}" pid="3" name="MediaServiceImageTags">
    <vt:lpwstr/>
  </property>
</Properties>
</file>